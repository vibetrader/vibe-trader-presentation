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550145276" r:id="rId5"/>
    <p:sldId id="550145268" r:id="rId6"/>
    <p:sldId id="550145269" r:id="rId7"/>
    <p:sldId id="550145270" r:id="rId8"/>
    <p:sldId id="550145271" r:id="rId9"/>
    <p:sldId id="550145272" r:id="rId10"/>
    <p:sldId id="550145273" r:id="rId11"/>
    <p:sldId id="550145274" r:id="rId12"/>
    <p:sldId id="550145275" r:id="rId13"/>
  </p:sldIdLst>
  <p:sldSz cx="36576000" cy="2057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75" userDrawn="1">
          <p15:clr>
            <a:srgbClr val="A4A3A4"/>
          </p15:clr>
        </p15:guide>
        <p15:guide id="2" pos="115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1D1D1"/>
    <a:srgbClr val="C0C0C0"/>
    <a:srgbClr val="B8B8B8"/>
    <a:srgbClr val="151617"/>
    <a:srgbClr val="FAC200"/>
    <a:srgbClr val="9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59" autoAdjust="0"/>
    <p:restoredTop sz="96110" autoAdjust="0"/>
  </p:normalViewPr>
  <p:slideViewPr>
    <p:cSldViewPr snapToGrid="0">
      <p:cViewPr varScale="1">
        <p:scale>
          <a:sx n="35" d="100"/>
          <a:sy n="35" d="100"/>
        </p:scale>
        <p:origin x="200" y="416"/>
      </p:cViewPr>
      <p:guideLst>
        <p:guide orient="horz" pos="8675"/>
        <p:guide pos="11520"/>
      </p:guideLst>
    </p:cSldViewPr>
  </p:slideViewPr>
  <p:outlineViewPr>
    <p:cViewPr>
      <p:scale>
        <a:sx n="33" d="100"/>
        <a:sy n="33" d="100"/>
      </p:scale>
      <p:origin x="0" y="-1581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2214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34FAB7-7DF1-470D-9D24-E6B58A84B80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77346" y="8736014"/>
            <a:ext cx="963023" cy="33178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E88521-8FCE-4BCB-8B67-37305855271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C0846B-0977-4E9D-973A-F0EA2C10623B}" type="datetimeFigureOut">
              <a:rPr lang="en-US" smtClean="0">
                <a:latin typeface="NVIDIA Sans" panose="020B0503020203020204" pitchFamily="34" charset="0"/>
                <a:cs typeface="NVIDIA Sans" panose="020B0503020203020204" pitchFamily="34" charset="0"/>
              </a:rPr>
              <a:t>10/10/22</a:t>
            </a:fld>
            <a:endParaRPr lang="en-US"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0820F8-FB5B-4060-9702-8BB4F61830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l"/>
            <a:fld id="{6212FBFF-564E-4199-8DDC-2B82D308BF1D}" type="slidenum">
              <a:rPr lang="en-US" smtClean="0">
                <a:latin typeface="NVIDIA Sans" panose="020B0503020203020204" pitchFamily="34" charset="0"/>
                <a:cs typeface="NVIDIA Sans" panose="020B0503020203020204" pitchFamily="34" charset="0"/>
              </a:rPr>
              <a:pPr algn="l"/>
              <a:t>‹#›</a:t>
            </a:fld>
            <a:endParaRPr lang="en-US"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078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fld id="{354A8664-169C-4436-81C8-E492002C26A5}" type="datetimeFigureOut">
              <a:rPr lang="en-US" smtClean="0"/>
              <a:pPr/>
              <a:t>10/10/22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fld id="{A93AD357-0C40-4436-9D38-C47D60C1C9C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23E2AA-C3B7-40F1-8870-35AD3374F0C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77346" y="8736014"/>
            <a:ext cx="963023" cy="33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938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3AD357-0C40-4436-9D38-C47D60C1C9C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807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7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5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3" name="Google Shape;413;p9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u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14" name="Google Shape;414;p9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6B7DB07-2DFA-CD40-73FF-A82805405F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" y="0"/>
            <a:ext cx="36576001" cy="20574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9B04279-0FA3-FC91-70E4-DA84533BEBED}"/>
              </a:ext>
            </a:extLst>
          </p:cNvPr>
          <p:cNvSpPr/>
          <p:nvPr userDrawn="1"/>
        </p:nvSpPr>
        <p:spPr>
          <a:xfrm flipV="1">
            <a:off x="0" y="-3"/>
            <a:ext cx="36576000" cy="7581902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79A531-D51E-87A0-429F-341D04DB76DB}"/>
              </a:ext>
            </a:extLst>
          </p:cNvPr>
          <p:cNvSpPr/>
          <p:nvPr userDrawn="1"/>
        </p:nvSpPr>
        <p:spPr>
          <a:xfrm>
            <a:off x="0" y="10287000"/>
            <a:ext cx="36576000" cy="10287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400" dirty="0">
              <a:latin typeface="NVIDIA Sans Light" panose="020B0303020203020204" pitchFamily="34" charset="0"/>
              <a:cs typeface="NVIDIA Sans Light" panose="020B0303020203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82DC8E3-390F-72BE-ED9D-3183C9E641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3012" y="13704917"/>
            <a:ext cx="27432000" cy="4937760"/>
          </a:xfrm>
        </p:spPr>
        <p:txBody>
          <a:bodyPr anchor="b">
            <a:normAutofit/>
          </a:bodyPr>
          <a:lstStyle>
            <a:lvl1pPr algn="l">
              <a:defRPr sz="8800" b="1" cap="none" baseline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447EE54-7C0B-4DC2-E9D5-B1B5DE7EC45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13012" y="18663067"/>
            <a:ext cx="27432000" cy="170383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4400" b="0" cap="none" baseline="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None/>
              <a:defRPr sz="6000"/>
            </a:lvl2pPr>
            <a:lvl3pPr marL="2743200" indent="0" algn="ctr">
              <a:buNone/>
              <a:defRPr sz="5400"/>
            </a:lvl3pPr>
            <a:lvl4pPr marL="4114800" indent="0" algn="ctr">
              <a:buNone/>
              <a:defRPr sz="4800"/>
            </a:lvl4pPr>
            <a:lvl5pPr marL="5486400" indent="0" algn="ctr">
              <a:buNone/>
              <a:defRPr sz="4800"/>
            </a:lvl5pPr>
            <a:lvl6pPr marL="6858000" indent="0" algn="ctr">
              <a:buNone/>
              <a:defRPr sz="4800"/>
            </a:lvl6pPr>
            <a:lvl7pPr marL="8229600" indent="0" algn="ctr">
              <a:buNone/>
              <a:defRPr sz="4800"/>
            </a:lvl7pPr>
            <a:lvl8pPr marL="9601200" indent="0" algn="ctr">
              <a:buNone/>
              <a:defRPr sz="4800"/>
            </a:lvl8pPr>
            <a:lvl9pPr marL="10972800" indent="0" algn="ctr">
              <a:buNone/>
              <a:defRPr sz="4800"/>
            </a:lvl9pPr>
          </a:lstStyle>
          <a:p>
            <a:r>
              <a:rPr lang="en-US" dirty="0"/>
              <a:t>Click to Add Subtitle/Name/Date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24366ACC-A61F-36E5-53FC-C102A67A79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27" y="2587248"/>
            <a:ext cx="8439773" cy="290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713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Trebuchet MS" panose="020B0603020202020204" pitchFamily="34" charset="0"/>
              </a:defRPr>
            </a:lvl2pPr>
            <a:lvl3pPr marL="2743200" indent="0" algn="ctr">
              <a:buFontTx/>
              <a:buNone/>
              <a:defRPr sz="4400">
                <a:latin typeface="Trebuchet MS" panose="020B0603020202020204" pitchFamily="34" charset="0"/>
              </a:defRPr>
            </a:lvl3pPr>
            <a:lvl4pPr marL="4114800" indent="0" algn="ctr">
              <a:buFontTx/>
              <a:buNone/>
              <a:defRPr sz="4400">
                <a:latin typeface="Trebuchet MS" panose="020B0603020202020204" pitchFamily="34" charset="0"/>
              </a:defRPr>
            </a:lvl4pPr>
            <a:lvl5pPr marL="5486400" indent="0" algn="ctr">
              <a:buFontTx/>
              <a:buNone/>
              <a:defRPr sz="44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434B88-2544-75AC-CBB8-19A1035D12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Arial" panose="020B0604020202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Arial" panose="020B0604020202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Arial" panose="020B0604020202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Arial" panose="020B0604020202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Arial" panose="020B0604020202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799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t Test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Trebuchet MS" panose="020B0603020202020204" pitchFamily="34" charset="0"/>
              </a:defRPr>
            </a:lvl2pPr>
            <a:lvl3pPr marL="2743200" indent="0" algn="ctr">
              <a:buFontTx/>
              <a:buNone/>
              <a:defRPr sz="4400">
                <a:latin typeface="Trebuchet MS" panose="020B0603020202020204" pitchFamily="34" charset="0"/>
              </a:defRPr>
            </a:lvl3pPr>
            <a:lvl4pPr marL="4114800" indent="0" algn="ctr">
              <a:buFontTx/>
              <a:buNone/>
              <a:defRPr sz="4400">
                <a:latin typeface="Trebuchet MS" panose="020B0603020202020204" pitchFamily="34" charset="0"/>
              </a:defRPr>
            </a:lvl4pPr>
            <a:lvl5pPr marL="5486400" indent="0" algn="ctr">
              <a:buFontTx/>
              <a:buNone/>
              <a:defRPr sz="44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434B88-2544-75AC-CBB8-19A1035D12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Arial" panose="020B0604020202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Arial" panose="020B0604020202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Arial" panose="020B0604020202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Arial" panose="020B0604020202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Arial" panose="020B0604020202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70B57E-B314-99BB-8DF8-2672644B4F4E}"/>
              </a:ext>
            </a:extLst>
          </p:cNvPr>
          <p:cNvSpPr/>
          <p:nvPr userDrawn="1"/>
        </p:nvSpPr>
        <p:spPr>
          <a:xfrm>
            <a:off x="15000920" y="10556523"/>
            <a:ext cx="11020290" cy="74920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lnSpc>
                <a:spcPct val="90000"/>
              </a:lnSpc>
            </a:pPr>
            <a:endParaRPr lang="en-US" sz="9600" b="1" dirty="0" err="1">
              <a:solidFill>
                <a:schemeClr val="tx1"/>
              </a:solidFill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3F80E6-5287-D931-0053-EF9F8579EE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87422" y="10556523"/>
            <a:ext cx="11022523" cy="786452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D89DD87-13E1-B25F-EBCC-2BC52BA4AAC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5951796" y="11141440"/>
            <a:ext cx="9273032" cy="255082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9144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18288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27432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36576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B869C1B-4BC1-3F4F-4B38-F2FBE6DA615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5951796" y="13730012"/>
            <a:ext cx="9273032" cy="255082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2"/>
              </a:buClr>
              <a:buFontTx/>
              <a:buNone/>
              <a:defRPr sz="96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9144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18288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27432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36576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9441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Trebuchet MS" panose="020B0603020202020204" pitchFamily="34" charset="0"/>
              </a:defRPr>
            </a:lvl2pPr>
            <a:lvl3pPr marL="2743200" indent="0" algn="ctr">
              <a:buFontTx/>
              <a:buNone/>
              <a:defRPr sz="4400">
                <a:latin typeface="Trebuchet MS" panose="020B0603020202020204" pitchFamily="34" charset="0"/>
              </a:defRPr>
            </a:lvl3pPr>
            <a:lvl4pPr marL="4114800" indent="0" algn="ctr">
              <a:buFontTx/>
              <a:buNone/>
              <a:defRPr sz="4400">
                <a:latin typeface="Trebuchet MS" panose="020B0603020202020204" pitchFamily="34" charset="0"/>
              </a:defRPr>
            </a:lvl4pPr>
            <a:lvl5pPr marL="5486400" indent="0" algn="ctr">
              <a:buFontTx/>
              <a:buNone/>
              <a:defRPr sz="44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53729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0B5A3B7-671E-C83C-D30C-891E7AC206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591E553-3F88-CE75-0B41-84F0FCE66A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Trebuchet MS" panose="020B0603020202020204" pitchFamily="34" charset="0"/>
              </a:defRPr>
            </a:lvl2pPr>
            <a:lvl3pPr marL="2743200" indent="0" algn="ctr">
              <a:buFontTx/>
              <a:buNone/>
              <a:defRPr sz="4400">
                <a:latin typeface="Trebuchet MS" panose="020B0603020202020204" pitchFamily="34" charset="0"/>
              </a:defRPr>
            </a:lvl3pPr>
            <a:lvl4pPr marL="4114800" indent="0" algn="ctr">
              <a:buFontTx/>
              <a:buNone/>
              <a:defRPr sz="4400">
                <a:latin typeface="Trebuchet MS" panose="020B0603020202020204" pitchFamily="34" charset="0"/>
              </a:defRPr>
            </a:lvl4pPr>
            <a:lvl5pPr marL="5486400" indent="0" algn="ctr">
              <a:buFontTx/>
              <a:buNone/>
              <a:defRPr sz="44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74C6155-7E24-522A-D9BC-0187CC5320D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Arial" panose="020B0604020202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Arial" panose="020B0604020202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Arial" panose="020B0604020202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Arial" panose="020B0604020202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Arial" panose="020B0604020202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E4777A-F626-7644-27B7-BFAC0B981393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2655459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ING_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48F5163-CB61-79FB-F160-F5D40ECCE6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>
            <a:normAutofit/>
          </a:bodyPr>
          <a:lstStyle>
            <a:lvl1pPr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Courier New" panose="02070309020205020404" pitchFamily="49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A4DE4CF-0F8A-C449-EB63-E6FB16955E7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Arial" panose="020B0604020202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Courier New" panose="02070309020205020404" pitchFamily="49" charset="0"/>
              </a:defRPr>
            </a:lvl1pPr>
            <a:lvl2pPr marL="1371600" indent="-457200">
              <a:buClr>
                <a:schemeClr val="tx2"/>
              </a:buClr>
              <a:buFont typeface="Arial" panose="020B0604020202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Courier New" panose="02070309020205020404" pitchFamily="49" charset="0"/>
              </a:defRPr>
            </a:lvl2pPr>
            <a:lvl3pPr marL="2286000" indent="-457200">
              <a:buClr>
                <a:schemeClr val="tx2"/>
              </a:buClr>
              <a:buFont typeface="Arial" panose="020B0604020202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Courier New" panose="02070309020205020404" pitchFamily="49" charset="0"/>
              </a:defRPr>
            </a:lvl3pPr>
            <a:lvl4pPr marL="3200400" indent="-457200">
              <a:buClr>
                <a:schemeClr val="tx2"/>
              </a:buClr>
              <a:buFont typeface="Arial" panose="020B0604020202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Courier New" panose="02070309020205020404" pitchFamily="49" charset="0"/>
              </a:defRPr>
            </a:lvl4pPr>
            <a:lvl5pPr marL="4054475" indent="-396875">
              <a:buClr>
                <a:schemeClr val="tx2"/>
              </a:buClr>
              <a:buFont typeface="Arial" panose="020B0604020202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Courier New" panose="02070309020205020404" pitchFamily="49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B67495D-7B41-2537-BC39-7393489E5B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Courier New" panose="02070309020205020404" pitchFamily="49" charset="0"/>
              </a:defRPr>
            </a:lvl1pPr>
            <a:lvl2pPr marL="1371600" indent="0" algn="ctr">
              <a:buFontTx/>
              <a:buNone/>
              <a:defRPr sz="4400">
                <a:latin typeface="Trebuchet MS" panose="020B0603020202020204" pitchFamily="34" charset="0"/>
              </a:defRPr>
            </a:lvl2pPr>
            <a:lvl3pPr marL="2743200" indent="0" algn="ctr">
              <a:buFontTx/>
              <a:buNone/>
              <a:defRPr sz="4400">
                <a:latin typeface="Trebuchet MS" panose="020B0603020202020204" pitchFamily="34" charset="0"/>
              </a:defRPr>
            </a:lvl3pPr>
            <a:lvl4pPr marL="4114800" indent="0" algn="ctr">
              <a:buFontTx/>
              <a:buNone/>
              <a:defRPr sz="4400">
                <a:latin typeface="Trebuchet MS" panose="020B0603020202020204" pitchFamily="34" charset="0"/>
              </a:defRPr>
            </a:lvl4pPr>
            <a:lvl5pPr marL="5486400" indent="0" algn="ctr">
              <a:buFontTx/>
              <a:buNone/>
              <a:defRPr sz="44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84427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_Co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1BB3E37-708E-211E-579F-07C9AF797C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>
            <a:normAutofit/>
          </a:bodyPr>
          <a:lstStyle>
            <a:lvl1pPr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Courier New" panose="02070309020205020404" pitchFamily="49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00FC4D5-AB7A-23D7-9D7B-80DEBB4B5F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Arial" panose="020B0604020202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Courier New" panose="02070309020205020404" pitchFamily="49" charset="0"/>
              </a:defRPr>
            </a:lvl1pPr>
            <a:lvl2pPr marL="1371600" indent="-457200">
              <a:buClr>
                <a:schemeClr val="tx2"/>
              </a:buClr>
              <a:buFont typeface="Arial" panose="020B0604020202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Courier New" panose="02070309020205020404" pitchFamily="49" charset="0"/>
              </a:defRPr>
            </a:lvl2pPr>
            <a:lvl3pPr marL="2286000" indent="-457200">
              <a:buClr>
                <a:schemeClr val="tx2"/>
              </a:buClr>
              <a:buFont typeface="Arial" panose="020B0604020202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Courier New" panose="02070309020205020404" pitchFamily="49" charset="0"/>
              </a:defRPr>
            </a:lvl3pPr>
            <a:lvl4pPr marL="3200400" indent="-457200">
              <a:buClr>
                <a:schemeClr val="tx2"/>
              </a:buClr>
              <a:buFont typeface="Arial" panose="020B0604020202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Courier New" panose="02070309020205020404" pitchFamily="49" charset="0"/>
              </a:defRPr>
            </a:lvl4pPr>
            <a:lvl5pPr marL="4054475" indent="-396875">
              <a:buClr>
                <a:schemeClr val="tx2"/>
              </a:buClr>
              <a:buFont typeface="Arial" panose="020B0604020202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Courier New" panose="02070309020205020404" pitchFamily="49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46F2B23-740A-C60D-727C-DC63D8F8D8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Courier New" panose="02070309020205020404" pitchFamily="49" charset="0"/>
              </a:defRPr>
            </a:lvl1pPr>
            <a:lvl2pPr marL="1371600" indent="0" algn="ctr">
              <a:buFontTx/>
              <a:buNone/>
              <a:defRPr sz="4400">
                <a:latin typeface="Trebuchet MS" panose="020B0603020202020204" pitchFamily="34" charset="0"/>
              </a:defRPr>
            </a:lvl2pPr>
            <a:lvl3pPr marL="2743200" indent="0" algn="ctr">
              <a:buFontTx/>
              <a:buNone/>
              <a:defRPr sz="4400">
                <a:latin typeface="Trebuchet MS" panose="020B0603020202020204" pitchFamily="34" charset="0"/>
              </a:defRPr>
            </a:lvl3pPr>
            <a:lvl4pPr marL="4114800" indent="0" algn="ctr">
              <a:buFontTx/>
              <a:buNone/>
              <a:defRPr sz="4400">
                <a:latin typeface="Trebuchet MS" panose="020B0603020202020204" pitchFamily="34" charset="0"/>
              </a:defRPr>
            </a:lvl4pPr>
            <a:lvl5pPr marL="5486400" indent="0" algn="ctr">
              <a:buFontTx/>
              <a:buNone/>
              <a:defRPr sz="44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9AAC10-E9F2-1A13-3A59-F02BCBD31C18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365395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D6812F5-ABE3-E984-84D2-2BCF62F749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8D5FFB6-C6A8-037E-5413-097EB66C5C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Trebuchet MS" panose="020B0603020202020204" pitchFamily="34" charset="0"/>
              </a:defRPr>
            </a:lvl2pPr>
            <a:lvl3pPr marL="2743200" indent="0" algn="ctr">
              <a:buFontTx/>
              <a:buNone/>
              <a:defRPr sz="4400">
                <a:latin typeface="Trebuchet MS" panose="020B0603020202020204" pitchFamily="34" charset="0"/>
              </a:defRPr>
            </a:lvl3pPr>
            <a:lvl4pPr marL="4114800" indent="0" algn="ctr">
              <a:buFontTx/>
              <a:buNone/>
              <a:defRPr sz="4400">
                <a:latin typeface="Trebuchet MS" panose="020B0603020202020204" pitchFamily="34" charset="0"/>
              </a:defRPr>
            </a:lvl4pPr>
            <a:lvl5pPr marL="5486400" indent="0" algn="ctr">
              <a:buFontTx/>
              <a:buNone/>
              <a:defRPr sz="44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EAC335-6BA5-09DF-D45A-2D1E4919D6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Arial" panose="020B0604020202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Arial" panose="020B0604020202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Arial" panose="020B0604020202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Arial" panose="020B0604020202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Arial" panose="020B0604020202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87F3906-FA1F-F5DB-AEEC-275E973390E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8845785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Arial" panose="020B0604020202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Arial" panose="020B0604020202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Arial" panose="020B0604020202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Arial" panose="020B0604020202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Arial" panose="020B0604020202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8003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02BC1FA-1DB5-2C7E-04B8-FED750886E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2AEF98B-5FB8-3A4F-796B-DD99AF3F27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Trebuchet MS" panose="020B0603020202020204" pitchFamily="34" charset="0"/>
              </a:defRPr>
            </a:lvl2pPr>
            <a:lvl3pPr marL="2743200" indent="0" algn="ctr">
              <a:buFontTx/>
              <a:buNone/>
              <a:defRPr sz="4400">
                <a:latin typeface="Trebuchet MS" panose="020B0603020202020204" pitchFamily="34" charset="0"/>
              </a:defRPr>
            </a:lvl3pPr>
            <a:lvl4pPr marL="4114800" indent="0" algn="ctr">
              <a:buFontTx/>
              <a:buNone/>
              <a:defRPr sz="4400">
                <a:latin typeface="Trebuchet MS" panose="020B0603020202020204" pitchFamily="34" charset="0"/>
              </a:defRPr>
            </a:lvl4pPr>
            <a:lvl5pPr marL="5486400" indent="0" algn="ctr">
              <a:buFontTx/>
              <a:buNone/>
              <a:defRPr sz="44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251F2F2-6278-B4DF-1110-A1875E182B4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Arial" panose="020B0604020202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Arial" panose="020B0604020202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Arial" panose="020B0604020202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Arial" panose="020B0604020202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Arial" panose="020B0604020202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B4011BA-8847-33A7-3882-70122015054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8845785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Arial" panose="020B0604020202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Arial" panose="020B0604020202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Arial" panose="020B0604020202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Arial" panose="020B0604020202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Arial" panose="020B0604020202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B4AC74-E8E5-AA23-89B3-FDB8D3DEFA54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2969517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-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9ECDE791-270C-BF8C-81C1-76A0831C1A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145783C-AD8B-1C6E-6189-2C6A7ED49E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29248" y="429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7C7C90A-73D6-E171-33CA-4E89BA293C6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129248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Arial" panose="020B0604020202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Arial" panose="020B0604020202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Arial" panose="020B0604020202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Arial" panose="020B0604020202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Arial" panose="020B0604020202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93474C4-48DE-3777-A7E6-66A14FC6BB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129248" y="3858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Trebuchet MS" panose="020B0603020202020204" pitchFamily="34" charset="0"/>
              </a:defRPr>
            </a:lvl2pPr>
            <a:lvl3pPr marL="2743200" indent="0" algn="ctr">
              <a:buFontTx/>
              <a:buNone/>
              <a:defRPr sz="4400">
                <a:latin typeface="Trebuchet MS" panose="020B0603020202020204" pitchFamily="34" charset="0"/>
              </a:defRPr>
            </a:lvl3pPr>
            <a:lvl4pPr marL="4114800" indent="0" algn="ctr">
              <a:buFontTx/>
              <a:buNone/>
              <a:defRPr sz="4400">
                <a:latin typeface="Trebuchet MS" panose="020B0603020202020204" pitchFamily="34" charset="0"/>
              </a:defRPr>
            </a:lvl4pPr>
            <a:lvl5pPr marL="5486400" indent="0" algn="ctr">
              <a:buFontTx/>
              <a:buNone/>
              <a:defRPr sz="44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1FA87B4-E089-FC07-89C2-EA0620853B79}"/>
              </a:ext>
            </a:extLst>
          </p:cNvPr>
          <p:cNvCxnSpPr>
            <a:cxnSpLocks/>
          </p:cNvCxnSpPr>
          <p:nvPr userDrawn="1"/>
        </p:nvCxnSpPr>
        <p:spPr>
          <a:xfrm>
            <a:off x="16413162" y="5693228"/>
            <a:ext cx="17282478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941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- Text Right N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F02E9B9-4BF5-6080-A68D-577B3CFA39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129248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Arial" panose="020B0604020202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Arial" panose="020B0604020202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Arial" panose="020B0604020202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Arial" panose="020B0604020202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Arial" panose="020B0604020202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D73545-7C20-075B-2C1C-DF7F4214DAD6}"/>
              </a:ext>
            </a:extLst>
          </p:cNvPr>
          <p:cNvCxnSpPr>
            <a:cxnSpLocks/>
          </p:cNvCxnSpPr>
          <p:nvPr userDrawn="1"/>
        </p:nvCxnSpPr>
        <p:spPr>
          <a:xfrm>
            <a:off x="16413162" y="5693228"/>
            <a:ext cx="17282478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CA42E39E-F558-16B2-B1CE-93D204E345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29248" y="1218776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16075D2-4650-7EB1-4F7E-447F77C065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90247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Right - Tex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B60F29-EAFD-D95F-11A7-522A796CA55D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EF5E0159-2062-54D4-B444-4F04EED230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0162837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1A7D3A0-47E2-AF7B-E89C-6F90C67A89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429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7F9A406-CE29-3A8D-BC16-6BD86203C8E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Arial" panose="020B0604020202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Arial" panose="020B0604020202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Arial" panose="020B0604020202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Arial" panose="020B0604020202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Arial" panose="020B0604020202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6CCF06A-1AE0-649C-7FD4-A4AD4CCADD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3858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Trebuchet MS" panose="020B0603020202020204" pitchFamily="34" charset="0"/>
              </a:defRPr>
            </a:lvl2pPr>
            <a:lvl3pPr marL="2743200" indent="0" algn="ctr">
              <a:buFontTx/>
              <a:buNone/>
              <a:defRPr sz="4400">
                <a:latin typeface="Trebuchet MS" panose="020B0603020202020204" pitchFamily="34" charset="0"/>
              </a:defRPr>
            </a:lvl3pPr>
            <a:lvl4pPr marL="4114800" indent="0" algn="ctr">
              <a:buFontTx/>
              <a:buNone/>
              <a:defRPr sz="4400">
                <a:latin typeface="Trebuchet MS" panose="020B0603020202020204" pitchFamily="34" charset="0"/>
              </a:defRPr>
            </a:lvl4pPr>
            <a:lvl5pPr marL="5486400" indent="0" algn="ctr">
              <a:buFontTx/>
              <a:buNone/>
              <a:defRPr sz="44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028BF97-25AA-1462-7737-C9F688962248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DE7F96C-8641-759A-C4B4-91D493A323B7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Trebuchet MS" panose="020B0603020202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D2AD3A61-7583-56FE-D581-B662F99B0A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55D1BC-2F32-1320-2F7E-E97C10EFE149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758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23CD4AC-6599-9139-48AD-37DCAEFC9C0F}"/>
              </a:ext>
            </a:extLst>
          </p:cNvPr>
          <p:cNvSpPr/>
          <p:nvPr userDrawn="1"/>
        </p:nvSpPr>
        <p:spPr>
          <a:xfrm>
            <a:off x="32689800" y="18333715"/>
            <a:ext cx="3886200" cy="22402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F8CE70B-4A73-2CDA-4106-8F959E3578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429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Courier New" panose="02070309020205020404" pitchFamily="49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5303E50-8A83-54D2-8D06-1904385F2BC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Arial" panose="020B0604020202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Courier New" panose="02070309020205020404" pitchFamily="49" charset="0"/>
              </a:defRPr>
            </a:lvl1pPr>
            <a:lvl2pPr marL="1371600" indent="-457200">
              <a:buClr>
                <a:schemeClr val="tx2"/>
              </a:buClr>
              <a:buFont typeface="Arial" panose="020B0604020202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Courier New" panose="02070309020205020404" pitchFamily="49" charset="0"/>
              </a:defRPr>
            </a:lvl2pPr>
            <a:lvl3pPr marL="2286000" indent="-457200">
              <a:buClr>
                <a:schemeClr val="tx2"/>
              </a:buClr>
              <a:buFont typeface="Arial" panose="020B0604020202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Courier New" panose="02070309020205020404" pitchFamily="49" charset="0"/>
              </a:defRPr>
            </a:lvl3pPr>
            <a:lvl4pPr marL="3200400" indent="-457200">
              <a:buClr>
                <a:schemeClr val="tx2"/>
              </a:buClr>
              <a:buFont typeface="Arial" panose="020B0604020202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Courier New" panose="02070309020205020404" pitchFamily="49" charset="0"/>
              </a:defRPr>
            </a:lvl4pPr>
            <a:lvl5pPr marL="4054475" indent="-396875">
              <a:buClr>
                <a:schemeClr val="tx2"/>
              </a:buClr>
              <a:buFont typeface="Arial" panose="020B0604020202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Courier New" panose="02070309020205020404" pitchFamily="49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1B69A0B-9760-28C1-5DE8-5EE814EF52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3858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Courier New" panose="02070309020205020404" pitchFamily="49" charset="0"/>
              </a:defRPr>
            </a:lvl1pPr>
            <a:lvl2pPr marL="1371600" indent="0" algn="ctr">
              <a:buFontTx/>
              <a:buNone/>
              <a:defRPr sz="4400">
                <a:latin typeface="Trebuchet MS" panose="020B0603020202020204" pitchFamily="34" charset="0"/>
              </a:defRPr>
            </a:lvl2pPr>
            <a:lvl3pPr marL="2743200" indent="0" algn="ctr">
              <a:buFontTx/>
              <a:buNone/>
              <a:defRPr sz="4400">
                <a:latin typeface="Trebuchet MS" panose="020B0603020202020204" pitchFamily="34" charset="0"/>
              </a:defRPr>
            </a:lvl3pPr>
            <a:lvl4pPr marL="4114800" indent="0" algn="ctr">
              <a:buFontTx/>
              <a:buNone/>
              <a:defRPr sz="4400">
                <a:latin typeface="Trebuchet MS" panose="020B0603020202020204" pitchFamily="34" charset="0"/>
              </a:defRPr>
            </a:lvl4pPr>
            <a:lvl5pPr marL="5486400" indent="0" algn="ctr">
              <a:buFontTx/>
              <a:buNone/>
              <a:defRPr sz="44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65C1B2-04C0-DFB7-6EBD-AB040BF7DEFF}"/>
              </a:ext>
            </a:extLst>
          </p:cNvPr>
          <p:cNvSpPr/>
          <p:nvPr userDrawn="1"/>
        </p:nvSpPr>
        <p:spPr>
          <a:xfrm>
            <a:off x="20162837" y="0"/>
            <a:ext cx="16413163" cy="20573998"/>
          </a:xfrm>
          <a:prstGeom prst="rect">
            <a:avLst/>
          </a:prstGeom>
          <a:solidFill>
            <a:schemeClr val="tx1">
              <a:lumMod val="95000"/>
            </a:schemeClr>
          </a:solidFill>
          <a:ln w="9525">
            <a:noFill/>
          </a:ln>
        </p:spPr>
        <p:txBody>
          <a:bodyPr tIns="2194560" anchor="ctr"/>
          <a:lstStyle/>
          <a:p>
            <a:pPr lvl="0" indent="0" algn="ctr" defTabSz="2743200">
              <a:lnSpc>
                <a:spcPct val="90000"/>
              </a:lnSpc>
              <a:spcBef>
                <a:spcPts val="3000"/>
              </a:spcBef>
              <a:buFontTx/>
              <a:buNone/>
            </a:pPr>
            <a:endParaRPr lang="en-US" sz="4000" dirty="0" err="1">
              <a:solidFill>
                <a:schemeClr val="bg2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1C472DC-2279-F186-008D-6EC9A40B3DCA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F31711-1359-3AFC-3118-FB20395A8CC3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Trebuchet MS" panose="020B0603020202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0C69E3B1-A791-DCBA-5395-FDEBE9D699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EDC2502-4915-5E9A-D92C-046E02303113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1698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NO SUBTITLE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B94EE8E-8499-E649-9D65-52E13C0DE2CB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9224051-F6A0-1C68-72F2-09CC08062F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1218776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3684755-C5FC-AC50-65BB-81DB0D4B45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Arial" panose="020B0604020202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Arial" panose="020B0604020202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Arial" panose="020B0604020202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Arial" panose="020B0604020202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Arial" panose="020B0604020202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3C3B833-0169-9942-0C34-3173DDB88C15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A304D4-014C-60EE-E0A3-7A7D03BDE871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Trebuchet MS" panose="020B0603020202020204" pitchFamily="34" charset="0"/>
              </a:endParaRPr>
            </a:p>
          </p:txBody>
        </p:sp>
        <p:pic>
          <p:nvPicPr>
            <p:cNvPr id="13" name="Picture 12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56AC6FBB-55BD-E1DC-D634-E645384BD9A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03C766-949A-7CC3-8AB3-538B5C8F7C60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54F47D23-438F-22E0-F300-A852BA1BDCA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162837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76656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TITLE ONLY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8F6DF6B-AA28-1E18-7D69-34A1E206799E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DF8B1F53-1589-33D7-3C32-077E788C6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422623" y="0"/>
            <a:ext cx="20153377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0F4C1EF-D7E4-3702-6092-EFE862FFB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8604153"/>
            <a:ext cx="12179806" cy="3365695"/>
          </a:xfrm>
        </p:spPr>
        <p:txBody>
          <a:bodyPr anchor="ctr"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E137DE7-1D7A-32A3-A88D-722BA52766C9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07B295-1243-2BBD-AC77-7002AC68B56D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Trebuchet MS" panose="020B0603020202020204" pitchFamily="34" charset="0"/>
              </a:endParaRPr>
            </a:p>
          </p:txBody>
        </p:sp>
        <p:pic>
          <p:nvPicPr>
            <p:cNvPr id="10" name="Picture 9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9F124724-C9CF-DF8A-9FE0-CE1C65F9B0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72325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NO BULLETS - Image Righ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C5DADC-C505-F594-3ED9-E07FA6C3859F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21B97FD-6C93-BC60-D63A-B88F2C3C23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6829593"/>
            <a:ext cx="12143232" cy="3365695"/>
          </a:xfrm>
        </p:spPr>
        <p:txBody>
          <a:bodyPr anchor="b"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9BB0DECC-5F4B-7918-876B-2BF2EA6527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10283120"/>
            <a:ext cx="12143232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Trebuchet MS" panose="020B0603020202020204" pitchFamily="34" charset="0"/>
              </a:defRPr>
            </a:lvl2pPr>
            <a:lvl3pPr marL="2743200" indent="0" algn="ctr">
              <a:buFontTx/>
              <a:buNone/>
              <a:defRPr sz="4400">
                <a:latin typeface="Trebuchet MS" panose="020B0603020202020204" pitchFamily="34" charset="0"/>
              </a:defRPr>
            </a:lvl3pPr>
            <a:lvl4pPr marL="4114800" indent="0" algn="ctr">
              <a:buFontTx/>
              <a:buNone/>
              <a:defRPr sz="4400">
                <a:latin typeface="Trebuchet MS" panose="020B0603020202020204" pitchFamily="34" charset="0"/>
              </a:defRPr>
            </a:lvl4pPr>
            <a:lvl5pPr marL="5486400" indent="0" algn="ctr">
              <a:buFontTx/>
              <a:buNone/>
              <a:defRPr sz="44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4FD8965-93AC-C44D-A13A-AA1A59E48E89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76025B-4D61-0E71-7F02-BE092B8B6E56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Trebuchet MS" panose="020B0603020202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3868D588-6D8B-CDEB-A2E0-D376E5C6CEF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822DB8DA-38BC-95A4-39B5-5464378B46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422623" y="0"/>
            <a:ext cx="20153377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97368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8FCCF0B-2DC2-8E57-3E7D-FFCF707D33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16294137"/>
            <a:ext cx="20068309" cy="2514601"/>
          </a:xfrm>
        </p:spPr>
        <p:txBody>
          <a:bodyPr>
            <a:normAutofit/>
          </a:bodyPr>
          <a:lstStyle>
            <a:lvl1pPr algn="l"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CB360914-09CF-7A4F-B58D-BFEBFBC3C1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08760" y="18781305"/>
            <a:ext cx="20068309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Trebuchet MS" panose="020B0603020202020204" pitchFamily="34" charset="0"/>
              </a:defRPr>
            </a:lvl2pPr>
            <a:lvl3pPr marL="2743200" indent="0" algn="ctr">
              <a:buFontTx/>
              <a:buNone/>
              <a:defRPr sz="4400">
                <a:latin typeface="Trebuchet MS" panose="020B0603020202020204" pitchFamily="34" charset="0"/>
              </a:defRPr>
            </a:lvl3pPr>
            <a:lvl4pPr marL="4114800" indent="0" algn="ctr">
              <a:buFontTx/>
              <a:buNone/>
              <a:defRPr sz="4400">
                <a:latin typeface="Trebuchet MS" panose="020B0603020202020204" pitchFamily="34" charset="0"/>
              </a:defRPr>
            </a:lvl4pPr>
            <a:lvl5pPr marL="5486400" indent="0" algn="ctr">
              <a:buFontTx/>
              <a:buNone/>
              <a:defRPr sz="44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F09FACE-5941-27B5-DA6F-38C6C2C95C9C}"/>
              </a:ext>
            </a:extLst>
          </p:cNvPr>
          <p:cNvCxnSpPr>
            <a:cxnSpLocks/>
          </p:cNvCxnSpPr>
          <p:nvPr userDrawn="1"/>
        </p:nvCxnSpPr>
        <p:spPr>
          <a:xfrm>
            <a:off x="0" y="16264128"/>
            <a:ext cx="22494240" cy="0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91D45BCD-7536-17AE-6159-40CEA184028D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515718" y="-6973"/>
            <a:ext cx="24450701" cy="1375197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20C828A-0BA5-C2EA-BE2F-12A3E14E3F1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1155680" y="14299678"/>
            <a:ext cx="14264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4AD3C280-9A62-60E7-B49C-93320A3076B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1155680" y="14967612"/>
            <a:ext cx="14264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B5230C-B98E-9B1A-08FC-0F47344BE841}"/>
              </a:ext>
            </a:extLst>
          </p:cNvPr>
          <p:cNvSpPr/>
          <p:nvPr userDrawn="1"/>
        </p:nvSpPr>
        <p:spPr>
          <a:xfrm>
            <a:off x="33517490" y="19107807"/>
            <a:ext cx="3058510" cy="14661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4E1FDB-3F2E-4D8C-4A5E-5DF87A96EC4C}"/>
              </a:ext>
            </a:extLst>
          </p:cNvPr>
          <p:cNvGrpSpPr/>
          <p:nvPr userDrawn="1"/>
        </p:nvGrpSpPr>
        <p:grpSpPr>
          <a:xfrm>
            <a:off x="34061399" y="0"/>
            <a:ext cx="2514601" cy="1084107"/>
            <a:chOff x="34061399" y="0"/>
            <a:chExt cx="2514601" cy="108410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DA4EC41-7CAD-A7F1-B139-1857CD0B2A6B}"/>
                </a:ext>
              </a:extLst>
            </p:cNvPr>
            <p:cNvSpPr/>
            <p:nvPr userDrawn="1"/>
          </p:nvSpPr>
          <p:spPr>
            <a:xfrm>
              <a:off x="36420552" y="0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Trebuchet MS" panose="020B0603020202020204" pitchFamily="34" charset="0"/>
              </a:endParaRPr>
            </a:p>
          </p:txBody>
        </p:sp>
        <p:pic>
          <p:nvPicPr>
            <p:cNvPr id="12" name="Picture 11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CA7A7D99-07FF-5E23-13B2-F53CB256E0A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61399" y="393869"/>
              <a:ext cx="2003438" cy="69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30681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7FFD3C1-05CD-5CDC-F612-6874D9DF22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16294137"/>
            <a:ext cx="20068309" cy="2514601"/>
          </a:xfrm>
        </p:spPr>
        <p:txBody>
          <a:bodyPr>
            <a:normAutofit/>
          </a:bodyPr>
          <a:lstStyle>
            <a:lvl1pPr algn="l"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D3B5DF9-FFBE-DC2B-0220-1DBE540035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08760" y="18781305"/>
            <a:ext cx="20068309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Trebuchet MS" panose="020B0603020202020204" pitchFamily="34" charset="0"/>
              </a:defRPr>
            </a:lvl2pPr>
            <a:lvl3pPr marL="2743200" indent="0" algn="ctr">
              <a:buFontTx/>
              <a:buNone/>
              <a:defRPr sz="4400">
                <a:latin typeface="Trebuchet MS" panose="020B0603020202020204" pitchFamily="34" charset="0"/>
              </a:defRPr>
            </a:lvl3pPr>
            <a:lvl4pPr marL="4114800" indent="0" algn="ctr">
              <a:buFontTx/>
              <a:buNone/>
              <a:defRPr sz="4400">
                <a:latin typeface="Trebuchet MS" panose="020B0603020202020204" pitchFamily="34" charset="0"/>
              </a:defRPr>
            </a:lvl4pPr>
            <a:lvl5pPr marL="5486400" indent="0" algn="ctr">
              <a:buFontTx/>
              <a:buNone/>
              <a:defRPr sz="44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4BCD6DC-7984-59EA-15D4-E7A2A3B92EA5}"/>
              </a:ext>
            </a:extLst>
          </p:cNvPr>
          <p:cNvCxnSpPr>
            <a:cxnSpLocks/>
          </p:cNvCxnSpPr>
          <p:nvPr userDrawn="1"/>
        </p:nvCxnSpPr>
        <p:spPr>
          <a:xfrm>
            <a:off x="0" y="16264128"/>
            <a:ext cx="22494240" cy="0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EBB3409B-948A-8773-9D70-9DF741067BD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8534608" y="1897024"/>
            <a:ext cx="1640377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AAE8E4BF-9A9B-5A4F-9849-F0B50DFBE91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534607" y="2608931"/>
            <a:ext cx="16403781" cy="679753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49000E6D-6B24-C699-A4D7-C6A67A04706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5" y="3380124"/>
            <a:ext cx="16403781" cy="1037184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B65844D6-1D11-DE03-3650-0FC43C252D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7606" y="1897024"/>
            <a:ext cx="16403780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0DDE339-71F0-387D-2A82-F08F851FE75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8534607" y="3380124"/>
            <a:ext cx="16403786" cy="1037184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15204A9C-2ECE-6E0F-A214-51C0653021E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37605" y="2608929"/>
            <a:ext cx="16403782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EDA2E83-B345-92BF-8928-209F711D2B3F}"/>
              </a:ext>
            </a:extLst>
          </p:cNvPr>
          <p:cNvSpPr/>
          <p:nvPr userDrawn="1"/>
        </p:nvSpPr>
        <p:spPr>
          <a:xfrm>
            <a:off x="33517490" y="19107807"/>
            <a:ext cx="3058510" cy="14661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8C00550-9561-AB3F-FF3D-CACAE14FB625}"/>
              </a:ext>
            </a:extLst>
          </p:cNvPr>
          <p:cNvGrpSpPr/>
          <p:nvPr userDrawn="1"/>
        </p:nvGrpSpPr>
        <p:grpSpPr>
          <a:xfrm>
            <a:off x="34061399" y="0"/>
            <a:ext cx="2514601" cy="1084107"/>
            <a:chOff x="34061399" y="0"/>
            <a:chExt cx="2514601" cy="108410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BC8987C-6CBA-E598-1DC0-516A58378A5F}"/>
                </a:ext>
              </a:extLst>
            </p:cNvPr>
            <p:cNvSpPr/>
            <p:nvPr userDrawn="1"/>
          </p:nvSpPr>
          <p:spPr>
            <a:xfrm>
              <a:off x="36420552" y="0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Trebuchet MS" panose="020B0603020202020204" pitchFamily="34" charset="0"/>
              </a:endParaRPr>
            </a:p>
          </p:txBody>
        </p:sp>
        <p:pic>
          <p:nvPicPr>
            <p:cNvPr id="18" name="Picture 17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51FD6E5B-1579-9C71-7BFE-9A98B87AED2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61399" y="393869"/>
              <a:ext cx="2003438" cy="69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82953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 Layou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DB0827C7-03A8-FFEC-9067-CAF7E673BA5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8534607" y="3380124"/>
            <a:ext cx="7955280" cy="1037184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Text Placeholder 38">
            <a:extLst>
              <a:ext uri="{FF2B5EF4-FFF2-40B4-BE49-F238E27FC236}">
                <a16:creationId xmlns:a16="http://schemas.microsoft.com/office/drawing/2014/main" id="{8505BD07-F6AC-F09A-0AD7-67B45123EA9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8534607" y="1897024"/>
            <a:ext cx="7955279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buFontTx/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42">
            <a:extLst>
              <a:ext uri="{FF2B5EF4-FFF2-40B4-BE49-F238E27FC236}">
                <a16:creationId xmlns:a16="http://schemas.microsoft.com/office/drawing/2014/main" id="{C961C021-F0B4-07F4-16E8-24724F21C3B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8534606" y="2608929"/>
            <a:ext cx="7955280" cy="679755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Content Placeholder 21">
            <a:extLst>
              <a:ext uri="{FF2B5EF4-FFF2-40B4-BE49-F238E27FC236}">
                <a16:creationId xmlns:a16="http://schemas.microsoft.com/office/drawing/2014/main" id="{A38D7412-F4FC-A7B1-44EB-ED75FD8E0E1C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27162377" y="4646144"/>
            <a:ext cx="7651149" cy="7879524"/>
          </a:xfrm>
          <a:prstGeom prst="rect">
            <a:avLst/>
          </a:prstGeom>
        </p:spPr>
        <p:txBody>
          <a:bodyPr anchor="ctr"/>
          <a:lstStyle>
            <a:lvl1pPr>
              <a:buClr>
                <a:schemeClr val="tx2"/>
              </a:buCl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245A0BE4-BE1D-E546-EFC5-A5DC427E085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637606" y="3380124"/>
            <a:ext cx="7955280" cy="1037184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FFD3C1-05CD-5CDC-F612-6874D9DF22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16294137"/>
            <a:ext cx="20068309" cy="2514601"/>
          </a:xfrm>
        </p:spPr>
        <p:txBody>
          <a:bodyPr>
            <a:normAutofit/>
          </a:bodyPr>
          <a:lstStyle>
            <a:lvl1pPr algn="l"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D3B5DF9-FFBE-DC2B-0220-1DBE540035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08760" y="18781305"/>
            <a:ext cx="20068309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Trebuchet MS" panose="020B0603020202020204" pitchFamily="34" charset="0"/>
              </a:defRPr>
            </a:lvl2pPr>
            <a:lvl3pPr marL="2743200" indent="0" algn="ctr">
              <a:buFontTx/>
              <a:buNone/>
              <a:defRPr sz="4400">
                <a:latin typeface="Trebuchet MS" panose="020B0603020202020204" pitchFamily="34" charset="0"/>
              </a:defRPr>
            </a:lvl3pPr>
            <a:lvl4pPr marL="4114800" indent="0" algn="ctr">
              <a:buFontTx/>
              <a:buNone/>
              <a:defRPr sz="4400">
                <a:latin typeface="Trebuchet MS" panose="020B0603020202020204" pitchFamily="34" charset="0"/>
              </a:defRPr>
            </a:lvl4pPr>
            <a:lvl5pPr marL="5486400" indent="0" algn="ctr">
              <a:buFontTx/>
              <a:buNone/>
              <a:defRPr sz="44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4BCD6DC-7984-59EA-15D4-E7A2A3B92EA5}"/>
              </a:ext>
            </a:extLst>
          </p:cNvPr>
          <p:cNvCxnSpPr>
            <a:cxnSpLocks/>
          </p:cNvCxnSpPr>
          <p:nvPr userDrawn="1"/>
        </p:nvCxnSpPr>
        <p:spPr>
          <a:xfrm>
            <a:off x="0" y="16264128"/>
            <a:ext cx="22494240" cy="0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BEDA2E83-B345-92BF-8928-209F711D2B3F}"/>
              </a:ext>
            </a:extLst>
          </p:cNvPr>
          <p:cNvSpPr/>
          <p:nvPr userDrawn="1"/>
        </p:nvSpPr>
        <p:spPr>
          <a:xfrm>
            <a:off x="33517490" y="19107807"/>
            <a:ext cx="3058510" cy="14661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8C00550-9561-AB3F-FF3D-CACAE14FB625}"/>
              </a:ext>
            </a:extLst>
          </p:cNvPr>
          <p:cNvGrpSpPr/>
          <p:nvPr userDrawn="1"/>
        </p:nvGrpSpPr>
        <p:grpSpPr>
          <a:xfrm>
            <a:off x="34061399" y="0"/>
            <a:ext cx="2514601" cy="1084107"/>
            <a:chOff x="34061399" y="0"/>
            <a:chExt cx="2514601" cy="108410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BC8987C-6CBA-E598-1DC0-516A58378A5F}"/>
                </a:ext>
              </a:extLst>
            </p:cNvPr>
            <p:cNvSpPr/>
            <p:nvPr userDrawn="1"/>
          </p:nvSpPr>
          <p:spPr>
            <a:xfrm>
              <a:off x="36420552" y="0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Trebuchet MS" panose="020B0603020202020204" pitchFamily="34" charset="0"/>
              </a:endParaRPr>
            </a:p>
          </p:txBody>
        </p:sp>
        <p:pic>
          <p:nvPicPr>
            <p:cNvPr id="18" name="Picture 17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51FD6E5B-1579-9C71-7BFE-9A98B87AED2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61399" y="393869"/>
              <a:ext cx="2003438" cy="690238"/>
            </a:xfrm>
            <a:prstGeom prst="rect">
              <a:avLst/>
            </a:prstGeom>
          </p:spPr>
        </p:pic>
      </p:grpSp>
      <p:sp>
        <p:nvSpPr>
          <p:cNvPr id="23" name="Text Placeholder 38">
            <a:extLst>
              <a:ext uri="{FF2B5EF4-FFF2-40B4-BE49-F238E27FC236}">
                <a16:creationId xmlns:a16="http://schemas.microsoft.com/office/drawing/2014/main" id="{C5B1FF2B-2094-6982-A04B-C86DF6BFCE8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37606" y="1897024"/>
            <a:ext cx="7955279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buFontTx/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42">
            <a:extLst>
              <a:ext uri="{FF2B5EF4-FFF2-40B4-BE49-F238E27FC236}">
                <a16:creationId xmlns:a16="http://schemas.microsoft.com/office/drawing/2014/main" id="{4CC31822-FAF9-836E-1239-AC1F279BBD7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637605" y="2608929"/>
            <a:ext cx="7955280" cy="679755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Content Placeholder 21">
            <a:extLst>
              <a:ext uri="{FF2B5EF4-FFF2-40B4-BE49-F238E27FC236}">
                <a16:creationId xmlns:a16="http://schemas.microsoft.com/office/drawing/2014/main" id="{8288EAAC-25D2-AFB3-752E-5932BDC6FA66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10265376" y="4646144"/>
            <a:ext cx="7651149" cy="7879524"/>
          </a:xfrm>
          <a:prstGeom prst="rect">
            <a:avLst/>
          </a:prstGeom>
        </p:spPr>
        <p:txBody>
          <a:bodyPr anchor="ctr"/>
          <a:lstStyle>
            <a:lvl1pPr>
              <a:buClr>
                <a:schemeClr val="tx2"/>
              </a:buCl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  <a:p>
            <a:r>
              <a:rPr lang="en-US" dirty="0"/>
              <a:t>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80117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/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8FCCF0B-2DC2-8E57-3E7D-FFCF707D33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16294137"/>
            <a:ext cx="20068309" cy="2514601"/>
          </a:xfrm>
        </p:spPr>
        <p:txBody>
          <a:bodyPr>
            <a:normAutofit/>
          </a:bodyPr>
          <a:lstStyle>
            <a:lvl1pPr algn="l"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CB360914-09CF-7A4F-B58D-BFEBFBC3C1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08760" y="18781305"/>
            <a:ext cx="20068309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Trebuchet MS" panose="020B0603020202020204" pitchFamily="34" charset="0"/>
              </a:defRPr>
            </a:lvl2pPr>
            <a:lvl3pPr marL="2743200" indent="0" algn="ctr">
              <a:buFontTx/>
              <a:buNone/>
              <a:defRPr sz="4400">
                <a:latin typeface="Trebuchet MS" panose="020B0603020202020204" pitchFamily="34" charset="0"/>
              </a:defRPr>
            </a:lvl3pPr>
            <a:lvl4pPr marL="4114800" indent="0" algn="ctr">
              <a:buFontTx/>
              <a:buNone/>
              <a:defRPr sz="4400">
                <a:latin typeface="Trebuchet MS" panose="020B0603020202020204" pitchFamily="34" charset="0"/>
              </a:defRPr>
            </a:lvl4pPr>
            <a:lvl5pPr marL="5486400" indent="0" algn="ctr">
              <a:buFontTx/>
              <a:buNone/>
              <a:defRPr sz="44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F09FACE-5941-27B5-DA6F-38C6C2C95C9C}"/>
              </a:ext>
            </a:extLst>
          </p:cNvPr>
          <p:cNvCxnSpPr>
            <a:cxnSpLocks/>
          </p:cNvCxnSpPr>
          <p:nvPr userDrawn="1"/>
        </p:nvCxnSpPr>
        <p:spPr>
          <a:xfrm>
            <a:off x="0" y="16264128"/>
            <a:ext cx="22494240" cy="0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2CB5230C-B98E-9B1A-08FC-0F47344BE841}"/>
              </a:ext>
            </a:extLst>
          </p:cNvPr>
          <p:cNvSpPr/>
          <p:nvPr userDrawn="1"/>
        </p:nvSpPr>
        <p:spPr>
          <a:xfrm>
            <a:off x="33517490" y="19107807"/>
            <a:ext cx="3058510" cy="14661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E7C9A394-5B31-995C-EC81-F154FE470F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7606" y="1897024"/>
            <a:ext cx="16403780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66C97B3F-B8D2-376D-DF5F-216E153504D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37605" y="2608929"/>
            <a:ext cx="16403782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A7F69E00-DF3B-AA2A-8D68-7F906F227A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5" y="3380124"/>
            <a:ext cx="16403781" cy="1037184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4BD106A-FCAD-7B67-8A95-BDAEF5E8440E}"/>
              </a:ext>
            </a:extLst>
          </p:cNvPr>
          <p:cNvGrpSpPr/>
          <p:nvPr userDrawn="1"/>
        </p:nvGrpSpPr>
        <p:grpSpPr>
          <a:xfrm>
            <a:off x="34061399" y="0"/>
            <a:ext cx="2514601" cy="1084107"/>
            <a:chOff x="34061399" y="0"/>
            <a:chExt cx="2514601" cy="108410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692579A-9CA0-D7A1-ACDC-46243FA5EC86}"/>
                </a:ext>
              </a:extLst>
            </p:cNvPr>
            <p:cNvSpPr/>
            <p:nvPr userDrawn="1"/>
          </p:nvSpPr>
          <p:spPr>
            <a:xfrm>
              <a:off x="36420552" y="0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Trebuchet MS" panose="020B0603020202020204" pitchFamily="34" charset="0"/>
              </a:endParaRPr>
            </a:p>
          </p:txBody>
        </p:sp>
        <p:pic>
          <p:nvPicPr>
            <p:cNvPr id="16" name="Picture 15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644A4D3A-B3C1-22B6-B3C5-C785640B443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61399" y="393869"/>
              <a:ext cx="2003438" cy="690238"/>
            </a:xfrm>
            <a:prstGeom prst="rect">
              <a:avLst/>
            </a:prstGeom>
          </p:spPr>
        </p:pic>
      </p:grp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71E9602-C598-4D1D-3181-F05064FD872E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20438076" y="4646144"/>
            <a:ext cx="13623324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Arial" panose="020B0604020202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Arial" panose="020B0604020202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Arial" panose="020B0604020202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Arial" panose="020B0604020202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Arial" panose="020B0604020202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5611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7FFD3C1-05CD-5CDC-F612-6874D9DF22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16294137"/>
            <a:ext cx="20068309" cy="2514601"/>
          </a:xfrm>
        </p:spPr>
        <p:txBody>
          <a:bodyPr>
            <a:normAutofit/>
          </a:bodyPr>
          <a:lstStyle>
            <a:lvl1pPr algn="l"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D3B5DF9-FFBE-DC2B-0220-1DBE540035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08760" y="18781305"/>
            <a:ext cx="20068309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Trebuchet MS" panose="020B0603020202020204" pitchFamily="34" charset="0"/>
              </a:defRPr>
            </a:lvl2pPr>
            <a:lvl3pPr marL="2743200" indent="0" algn="ctr">
              <a:buFontTx/>
              <a:buNone/>
              <a:defRPr sz="4400">
                <a:latin typeface="Trebuchet MS" panose="020B0603020202020204" pitchFamily="34" charset="0"/>
              </a:defRPr>
            </a:lvl3pPr>
            <a:lvl4pPr marL="4114800" indent="0" algn="ctr">
              <a:buFontTx/>
              <a:buNone/>
              <a:defRPr sz="4400">
                <a:latin typeface="Trebuchet MS" panose="020B0603020202020204" pitchFamily="34" charset="0"/>
              </a:defRPr>
            </a:lvl4pPr>
            <a:lvl5pPr marL="5486400" indent="0" algn="ctr">
              <a:buFontTx/>
              <a:buNone/>
              <a:defRPr sz="44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4BCD6DC-7984-59EA-15D4-E7A2A3B92EA5}"/>
              </a:ext>
            </a:extLst>
          </p:cNvPr>
          <p:cNvCxnSpPr>
            <a:cxnSpLocks/>
          </p:cNvCxnSpPr>
          <p:nvPr userDrawn="1"/>
        </p:nvCxnSpPr>
        <p:spPr>
          <a:xfrm>
            <a:off x="0" y="16264128"/>
            <a:ext cx="22494240" cy="0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BEDA2E83-B345-92BF-8928-209F711D2B3F}"/>
              </a:ext>
            </a:extLst>
          </p:cNvPr>
          <p:cNvSpPr/>
          <p:nvPr userDrawn="1"/>
        </p:nvSpPr>
        <p:spPr>
          <a:xfrm>
            <a:off x="33517490" y="19107807"/>
            <a:ext cx="3058510" cy="14661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FF110588-B13B-C741-B147-3C46EDBD9FC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4148473" y="3389852"/>
            <a:ext cx="10789920" cy="10368617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89119C4A-8539-DC5B-CFAB-E5CAB997898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2893038" y="3389852"/>
            <a:ext cx="10789920" cy="10368617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39D4796D-8A1F-09E1-E761-F04C25C7B4E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3389852"/>
            <a:ext cx="10789920" cy="10368617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33DADA86-366B-F98B-D1A6-8903DA28E66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7606" y="1897024"/>
            <a:ext cx="10789916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72D8BE52-61A2-8538-2DBF-3059892511B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37604" y="2608929"/>
            <a:ext cx="10789917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FC2095B-60CB-E46E-7E6A-9C36A8C0C6A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2893037" y="1897024"/>
            <a:ext cx="10789916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D830A9F1-365F-65E0-6C72-F1B9EF21D0E4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2893035" y="2608929"/>
            <a:ext cx="10789917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B54671A2-6D7C-EEB9-8629-CB9EAE897F4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4148471" y="1897024"/>
            <a:ext cx="10789916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3AD8A245-CADF-AA26-2EE4-6400212E223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4148469" y="2608929"/>
            <a:ext cx="10789917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E6311AB-1837-3D35-E157-08952A923728}"/>
              </a:ext>
            </a:extLst>
          </p:cNvPr>
          <p:cNvGrpSpPr/>
          <p:nvPr userDrawn="1"/>
        </p:nvGrpSpPr>
        <p:grpSpPr>
          <a:xfrm>
            <a:off x="34061399" y="0"/>
            <a:ext cx="2514601" cy="1084107"/>
            <a:chOff x="34061399" y="0"/>
            <a:chExt cx="2514601" cy="1084107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9FF92DA-E50F-8779-8C55-1D98D47844C5}"/>
                </a:ext>
              </a:extLst>
            </p:cNvPr>
            <p:cNvSpPr/>
            <p:nvPr userDrawn="1"/>
          </p:nvSpPr>
          <p:spPr>
            <a:xfrm>
              <a:off x="36420552" y="0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Trebuchet MS" panose="020B0603020202020204" pitchFamily="34" charset="0"/>
              </a:endParaRPr>
            </a:p>
          </p:txBody>
        </p:sp>
        <p:pic>
          <p:nvPicPr>
            <p:cNvPr id="26" name="Picture 25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87076A11-18EF-2807-24FC-43F02AFD0D2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61399" y="393869"/>
              <a:ext cx="2003438" cy="69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6806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7FFD3C1-05CD-5CDC-F612-6874D9DF22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16294137"/>
            <a:ext cx="20068309" cy="2514601"/>
          </a:xfrm>
        </p:spPr>
        <p:txBody>
          <a:bodyPr>
            <a:normAutofit/>
          </a:bodyPr>
          <a:lstStyle>
            <a:lvl1pPr algn="l"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D3B5DF9-FFBE-DC2B-0220-1DBE540035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08760" y="18781305"/>
            <a:ext cx="20068309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Trebuchet MS" panose="020B0603020202020204" pitchFamily="34" charset="0"/>
              </a:defRPr>
            </a:lvl2pPr>
            <a:lvl3pPr marL="2743200" indent="0" algn="ctr">
              <a:buFontTx/>
              <a:buNone/>
              <a:defRPr sz="4400">
                <a:latin typeface="Trebuchet MS" panose="020B0603020202020204" pitchFamily="34" charset="0"/>
              </a:defRPr>
            </a:lvl3pPr>
            <a:lvl4pPr marL="4114800" indent="0" algn="ctr">
              <a:buFontTx/>
              <a:buNone/>
              <a:defRPr sz="4400">
                <a:latin typeface="Trebuchet MS" panose="020B0603020202020204" pitchFamily="34" charset="0"/>
              </a:defRPr>
            </a:lvl4pPr>
            <a:lvl5pPr marL="5486400" indent="0" algn="ctr">
              <a:buFontTx/>
              <a:buNone/>
              <a:defRPr sz="44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4BCD6DC-7984-59EA-15D4-E7A2A3B92EA5}"/>
              </a:ext>
            </a:extLst>
          </p:cNvPr>
          <p:cNvCxnSpPr>
            <a:cxnSpLocks/>
          </p:cNvCxnSpPr>
          <p:nvPr userDrawn="1"/>
        </p:nvCxnSpPr>
        <p:spPr>
          <a:xfrm>
            <a:off x="0" y="16264128"/>
            <a:ext cx="22494240" cy="0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BEDA2E83-B345-92BF-8928-209F711D2B3F}"/>
              </a:ext>
            </a:extLst>
          </p:cNvPr>
          <p:cNvSpPr/>
          <p:nvPr userDrawn="1"/>
        </p:nvSpPr>
        <p:spPr>
          <a:xfrm>
            <a:off x="33517490" y="19107807"/>
            <a:ext cx="3058510" cy="14661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269C86E0-2323-B69E-8A89-94DFEA8CBCE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20757" y="3380124"/>
            <a:ext cx="7982985" cy="1037184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4812205-69C9-3824-AE6E-33CD22A123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8534609" y="1942193"/>
            <a:ext cx="795527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F76CAF2D-6C43-8615-59D7-D8E3CA41DB5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6986922" y="2608931"/>
            <a:ext cx="7958998" cy="679754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E098469A-E2E6-3DE0-237C-7858A297FD9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72254" y="3380124"/>
            <a:ext cx="7982985" cy="1037184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AF3AB81B-BDE5-817F-9B3C-EF7569D6AC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86109" y="1942193"/>
            <a:ext cx="795527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7AAFD019-7259-A1D3-7BF3-AAE99A346A2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534607" y="2608931"/>
            <a:ext cx="7955279" cy="679753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C49DB811-72C5-843B-137D-3262D62230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6" y="3380124"/>
            <a:ext cx="7969130" cy="1037184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CC7F9AB8-4F4C-710D-9FFC-8F5B897B42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7606" y="1897024"/>
            <a:ext cx="7955279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835045C8-E17B-3B50-E227-7B2A5F6690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86108" y="2608929"/>
            <a:ext cx="7951463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1C81A433-AC68-FE7D-1026-0D9333A68D3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69260" y="3380124"/>
            <a:ext cx="7969133" cy="1037184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E594CCBA-A024-2388-2CD9-1C62485EAAB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6986923" y="1942193"/>
            <a:ext cx="795146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8F946440-FA4D-FCC7-79B3-E090EA7C4EA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37605" y="2608929"/>
            <a:ext cx="7955280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E382478-6B82-B9F2-FF25-E37AC2D94005}"/>
              </a:ext>
            </a:extLst>
          </p:cNvPr>
          <p:cNvGrpSpPr/>
          <p:nvPr userDrawn="1"/>
        </p:nvGrpSpPr>
        <p:grpSpPr>
          <a:xfrm>
            <a:off x="34061399" y="0"/>
            <a:ext cx="2514601" cy="1084107"/>
            <a:chOff x="34061399" y="0"/>
            <a:chExt cx="2514601" cy="1084107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5CECF1B-2DBC-078C-6FAD-B9620BD31F42}"/>
                </a:ext>
              </a:extLst>
            </p:cNvPr>
            <p:cNvSpPr/>
            <p:nvPr userDrawn="1"/>
          </p:nvSpPr>
          <p:spPr>
            <a:xfrm>
              <a:off x="36420552" y="0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Trebuchet MS" panose="020B0603020202020204" pitchFamily="34" charset="0"/>
              </a:endParaRPr>
            </a:p>
          </p:txBody>
        </p:sp>
        <p:pic>
          <p:nvPicPr>
            <p:cNvPr id="21" name="Picture 20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B87D224A-7AFF-61C3-CF8E-F7F113B138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61399" y="393869"/>
              <a:ext cx="2003438" cy="69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5586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7FFD3C1-05CD-5CDC-F612-6874D9DF22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16294137"/>
            <a:ext cx="20068309" cy="2514601"/>
          </a:xfrm>
        </p:spPr>
        <p:txBody>
          <a:bodyPr>
            <a:normAutofit/>
          </a:bodyPr>
          <a:lstStyle>
            <a:lvl1pPr algn="l"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D3B5DF9-FFBE-DC2B-0220-1DBE540035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08760" y="18781305"/>
            <a:ext cx="20068309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Trebuchet MS" panose="020B0603020202020204" pitchFamily="34" charset="0"/>
              </a:defRPr>
            </a:lvl2pPr>
            <a:lvl3pPr marL="2743200" indent="0" algn="ctr">
              <a:buFontTx/>
              <a:buNone/>
              <a:defRPr sz="4400">
                <a:latin typeface="Trebuchet MS" panose="020B0603020202020204" pitchFamily="34" charset="0"/>
              </a:defRPr>
            </a:lvl3pPr>
            <a:lvl4pPr marL="4114800" indent="0" algn="ctr">
              <a:buFontTx/>
              <a:buNone/>
              <a:defRPr sz="4400">
                <a:latin typeface="Trebuchet MS" panose="020B0603020202020204" pitchFamily="34" charset="0"/>
              </a:defRPr>
            </a:lvl4pPr>
            <a:lvl5pPr marL="5486400" indent="0" algn="ctr">
              <a:buFontTx/>
              <a:buNone/>
              <a:defRPr sz="44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4BCD6DC-7984-59EA-15D4-E7A2A3B92EA5}"/>
              </a:ext>
            </a:extLst>
          </p:cNvPr>
          <p:cNvCxnSpPr>
            <a:cxnSpLocks/>
          </p:cNvCxnSpPr>
          <p:nvPr userDrawn="1"/>
        </p:nvCxnSpPr>
        <p:spPr>
          <a:xfrm>
            <a:off x="0" y="16264128"/>
            <a:ext cx="22494240" cy="0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BEDA2E83-B345-92BF-8928-209F711D2B3F}"/>
              </a:ext>
            </a:extLst>
          </p:cNvPr>
          <p:cNvSpPr/>
          <p:nvPr userDrawn="1"/>
        </p:nvSpPr>
        <p:spPr>
          <a:xfrm>
            <a:off x="33517490" y="19107807"/>
            <a:ext cx="3058510" cy="14661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F3220B4A-2DE8-C7C8-5BD2-67862F9F976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4148473" y="3380125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82E26082-FDC3-0248-EABB-B639E817B6B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2893038" y="3380125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09C85188-15C7-E71C-BFFA-620CB7A33CB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3380125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D46CB3C0-176E-2429-E2F8-3285F85777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7606" y="1897024"/>
            <a:ext cx="10789916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CD4D1BD6-A498-90C9-3C68-6DF97AACEA7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37604" y="2608929"/>
            <a:ext cx="10789917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5933C1F5-A925-FE9C-CDD7-07DD8E3C777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2893037" y="1897024"/>
            <a:ext cx="10789916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3641A8C3-6DE2-D9CB-0ED5-42340C514BD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2893035" y="2608929"/>
            <a:ext cx="10789917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321759C0-BB4D-F0CA-288C-32A6112E415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4148471" y="1897024"/>
            <a:ext cx="10789916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FDB3FD17-FCCC-0B41-514C-C2A1D8E7910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4148469" y="2608929"/>
            <a:ext cx="10789917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7AA17CB0-04A4-C7F5-113D-0C9EC6FE5D5D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8517941" y="8821615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Picture Placeholder 2">
            <a:extLst>
              <a:ext uri="{FF2B5EF4-FFF2-40B4-BE49-F238E27FC236}">
                <a16:creationId xmlns:a16="http://schemas.microsoft.com/office/drawing/2014/main" id="{FCF8D9BB-4A2A-D3F8-F041-3A264242F61A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7262506" y="8821615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7C119637-32C6-3DD6-824B-70BDBDB8CA6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7262505" y="14254236"/>
            <a:ext cx="10789916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F0067BB8-EE02-FB55-8981-DE0214C87FE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7262503" y="14966141"/>
            <a:ext cx="10789917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52B79920-C479-D5DF-3828-F0491BDBFD2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8517939" y="14254236"/>
            <a:ext cx="10789916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936D194A-8B6D-7F08-659B-7148118DD9AF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8517937" y="14966141"/>
            <a:ext cx="10789917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3EE5157-7832-4132-B602-5C2559EEB00D}"/>
              </a:ext>
            </a:extLst>
          </p:cNvPr>
          <p:cNvGrpSpPr/>
          <p:nvPr userDrawn="1"/>
        </p:nvGrpSpPr>
        <p:grpSpPr>
          <a:xfrm>
            <a:off x="34061399" y="0"/>
            <a:ext cx="2514601" cy="1084107"/>
            <a:chOff x="34061399" y="0"/>
            <a:chExt cx="2514601" cy="1084107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781B12A-3115-29C2-9AF1-1FF76B35D1A1}"/>
                </a:ext>
              </a:extLst>
            </p:cNvPr>
            <p:cNvSpPr/>
            <p:nvPr userDrawn="1"/>
          </p:nvSpPr>
          <p:spPr>
            <a:xfrm>
              <a:off x="36420552" y="0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Trebuchet MS" panose="020B0603020202020204" pitchFamily="34" charset="0"/>
              </a:endParaRPr>
            </a:p>
          </p:txBody>
        </p:sp>
        <p:pic>
          <p:nvPicPr>
            <p:cNvPr id="26" name="Picture 25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596C91CE-694D-26EC-4B23-9A360DEB7A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61399" y="393869"/>
              <a:ext cx="2003438" cy="69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14430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7FFD3C1-05CD-5CDC-F612-6874D9DF22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16294137"/>
            <a:ext cx="20068309" cy="2514601"/>
          </a:xfrm>
        </p:spPr>
        <p:txBody>
          <a:bodyPr>
            <a:normAutofit/>
          </a:bodyPr>
          <a:lstStyle>
            <a:lvl1pPr algn="l"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D3B5DF9-FFBE-DC2B-0220-1DBE540035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08760" y="18781305"/>
            <a:ext cx="20068309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Trebuchet MS" panose="020B0603020202020204" pitchFamily="34" charset="0"/>
              </a:defRPr>
            </a:lvl2pPr>
            <a:lvl3pPr marL="2743200" indent="0" algn="ctr">
              <a:buFontTx/>
              <a:buNone/>
              <a:defRPr sz="4400">
                <a:latin typeface="Trebuchet MS" panose="020B0603020202020204" pitchFamily="34" charset="0"/>
              </a:defRPr>
            </a:lvl3pPr>
            <a:lvl4pPr marL="4114800" indent="0" algn="ctr">
              <a:buFontTx/>
              <a:buNone/>
              <a:defRPr sz="4400">
                <a:latin typeface="Trebuchet MS" panose="020B0603020202020204" pitchFamily="34" charset="0"/>
              </a:defRPr>
            </a:lvl4pPr>
            <a:lvl5pPr marL="5486400" indent="0" algn="ctr">
              <a:buFontTx/>
              <a:buNone/>
              <a:defRPr sz="44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4BCD6DC-7984-59EA-15D4-E7A2A3B92EA5}"/>
              </a:ext>
            </a:extLst>
          </p:cNvPr>
          <p:cNvCxnSpPr>
            <a:cxnSpLocks/>
          </p:cNvCxnSpPr>
          <p:nvPr userDrawn="1"/>
        </p:nvCxnSpPr>
        <p:spPr>
          <a:xfrm>
            <a:off x="0" y="16264128"/>
            <a:ext cx="22494240" cy="0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BEDA2E83-B345-92BF-8928-209F711D2B3F}"/>
              </a:ext>
            </a:extLst>
          </p:cNvPr>
          <p:cNvSpPr/>
          <p:nvPr userDrawn="1"/>
        </p:nvSpPr>
        <p:spPr>
          <a:xfrm>
            <a:off x="33517490" y="19107807"/>
            <a:ext cx="3058510" cy="14661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BEC7FA17-7AA0-9D5F-61F4-FD47A0C65B5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4148473" y="3380125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74781F9-2937-9C4C-CA55-37EBFE44127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2893038" y="3380125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FF847389-CCB9-9147-36D5-05A8A04493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3380125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19A43C7-DC5A-774B-7F6D-9F1FB6EA8B9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7606" y="1897024"/>
            <a:ext cx="10789916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423D92DA-CD45-9A67-D371-1CBB7184606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37604" y="2608929"/>
            <a:ext cx="10789917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5D79C779-858E-51EB-BEF7-775C8267411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2893037" y="1897024"/>
            <a:ext cx="10789916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0D3CA9AB-18EE-003A-696A-ECD85CF8526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2893035" y="2608929"/>
            <a:ext cx="10789917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4DF2B724-290D-357D-54BA-7A4BF972C2A4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4148471" y="1897024"/>
            <a:ext cx="10789916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DF69B3FC-6E5E-4BD0-2408-F70347158A9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4148469" y="2608929"/>
            <a:ext cx="10789917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942255B7-7696-2E49-2013-0708F8D92ED6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24148473" y="8821615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771EEA33-6105-1ED5-C867-C898134C0250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12893038" y="8821615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79A98296-2273-2DA9-52ED-B4FB43995445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1637604" y="8821615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7B42F65E-2A72-B1FD-32C2-3913ED5B148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637606" y="14254236"/>
            <a:ext cx="10789916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6B616C39-6227-353D-5EC7-74C969DF2305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637604" y="14966141"/>
            <a:ext cx="10789917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37E45CB3-26EE-B579-7C58-7019ECD136C9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2893037" y="14254236"/>
            <a:ext cx="10789916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680DDE3C-B9DA-81A7-2242-8DB27B61A507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2893035" y="14966141"/>
            <a:ext cx="10789917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2" name="Text Placeholder 7">
            <a:extLst>
              <a:ext uri="{FF2B5EF4-FFF2-40B4-BE49-F238E27FC236}">
                <a16:creationId xmlns:a16="http://schemas.microsoft.com/office/drawing/2014/main" id="{1E2C54E9-5E4E-54D2-2A7E-46DA81CE3F56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4148471" y="14254236"/>
            <a:ext cx="10789916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0D8D7B06-A1F0-906B-EF98-6A7FFC4C1EB5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4148469" y="14966141"/>
            <a:ext cx="10789917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F083FC0-D77C-A731-3C9A-D4F57F528D7D}"/>
              </a:ext>
            </a:extLst>
          </p:cNvPr>
          <p:cNvGrpSpPr/>
          <p:nvPr userDrawn="1"/>
        </p:nvGrpSpPr>
        <p:grpSpPr>
          <a:xfrm>
            <a:off x="34061399" y="0"/>
            <a:ext cx="2514601" cy="1084107"/>
            <a:chOff x="34061399" y="0"/>
            <a:chExt cx="2514601" cy="1084107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78B8BAD-FA78-9BC4-5294-F2722BBAEF8F}"/>
                </a:ext>
              </a:extLst>
            </p:cNvPr>
            <p:cNvSpPr/>
            <p:nvPr userDrawn="1"/>
          </p:nvSpPr>
          <p:spPr>
            <a:xfrm>
              <a:off x="36420552" y="0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Trebuchet MS" panose="020B0603020202020204" pitchFamily="34" charset="0"/>
              </a:endParaRPr>
            </a:p>
          </p:txBody>
        </p:sp>
        <p:pic>
          <p:nvPicPr>
            <p:cNvPr id="40" name="Picture 39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FC7B78F3-9B94-0848-470D-C555BE193C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61399" y="393869"/>
              <a:ext cx="2003438" cy="69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37050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7FFD3C1-05CD-5CDC-F612-6874D9DF22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16294137"/>
            <a:ext cx="20068309" cy="2514601"/>
          </a:xfrm>
        </p:spPr>
        <p:txBody>
          <a:bodyPr>
            <a:normAutofit/>
          </a:bodyPr>
          <a:lstStyle>
            <a:lvl1pPr algn="l"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D3B5DF9-FFBE-DC2B-0220-1DBE540035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08760" y="18781305"/>
            <a:ext cx="20068309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Trebuchet MS" panose="020B0603020202020204" pitchFamily="34" charset="0"/>
              </a:defRPr>
            </a:lvl2pPr>
            <a:lvl3pPr marL="2743200" indent="0" algn="ctr">
              <a:buFontTx/>
              <a:buNone/>
              <a:defRPr sz="4400">
                <a:latin typeface="Trebuchet MS" panose="020B0603020202020204" pitchFamily="34" charset="0"/>
              </a:defRPr>
            </a:lvl3pPr>
            <a:lvl4pPr marL="4114800" indent="0" algn="ctr">
              <a:buFontTx/>
              <a:buNone/>
              <a:defRPr sz="4400">
                <a:latin typeface="Trebuchet MS" panose="020B0603020202020204" pitchFamily="34" charset="0"/>
              </a:defRPr>
            </a:lvl4pPr>
            <a:lvl5pPr marL="5486400" indent="0" algn="ctr">
              <a:buFontTx/>
              <a:buNone/>
              <a:defRPr sz="44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4BCD6DC-7984-59EA-15D4-E7A2A3B92EA5}"/>
              </a:ext>
            </a:extLst>
          </p:cNvPr>
          <p:cNvCxnSpPr>
            <a:cxnSpLocks/>
          </p:cNvCxnSpPr>
          <p:nvPr userDrawn="1"/>
        </p:nvCxnSpPr>
        <p:spPr>
          <a:xfrm>
            <a:off x="0" y="16264128"/>
            <a:ext cx="22494240" cy="0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BEDA2E83-B345-92BF-8928-209F711D2B3F}"/>
              </a:ext>
            </a:extLst>
          </p:cNvPr>
          <p:cNvSpPr/>
          <p:nvPr userDrawn="1"/>
        </p:nvSpPr>
        <p:spPr>
          <a:xfrm>
            <a:off x="33517490" y="19107807"/>
            <a:ext cx="3058510" cy="14661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D1ABC8A1-B78A-4957-D446-40D99D2E798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4335071" y="14299678"/>
            <a:ext cx="795528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326FF180-7037-794C-C4B8-784F12DF058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886573" y="14299678"/>
            <a:ext cx="797033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7A43CC03-D7BC-FAFF-D64F-23C2B314045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4335071" y="14967612"/>
            <a:ext cx="795528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436D388C-C609-42BD-0FA3-9224DEC2DCF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886573" y="14967612"/>
            <a:ext cx="7970338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33F4E18C-A255-9883-C35C-11B57464FEE4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5886573" y="8814210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Picture Placeholder 2">
            <a:extLst>
              <a:ext uri="{FF2B5EF4-FFF2-40B4-BE49-F238E27FC236}">
                <a16:creationId xmlns:a16="http://schemas.microsoft.com/office/drawing/2014/main" id="{8A1D3BCF-891B-912B-5FEC-8A4FA6E54DC8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4335074" y="8814210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4" name="Picture Placeholder 2">
            <a:extLst>
              <a:ext uri="{FF2B5EF4-FFF2-40B4-BE49-F238E27FC236}">
                <a16:creationId xmlns:a16="http://schemas.microsoft.com/office/drawing/2014/main" id="{D6A10879-165C-7C7A-5FA2-CC81B66D861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83576" y="8814210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7A019032-18A2-557D-1382-C2F14A7A51E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2783575" y="14299678"/>
            <a:ext cx="7951467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F8BD1B5F-B671-3F70-0415-507A6400504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783575" y="14967612"/>
            <a:ext cx="7951467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7" name="Picture Placeholder 2">
            <a:extLst>
              <a:ext uri="{FF2B5EF4-FFF2-40B4-BE49-F238E27FC236}">
                <a16:creationId xmlns:a16="http://schemas.microsoft.com/office/drawing/2014/main" id="{941793DF-5053-624F-58EB-7119B5C5CA9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34610" y="3380125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DE2791D0-1DDD-E621-540A-47292D3EAA6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8534609" y="1897024"/>
            <a:ext cx="795527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D39C0925-0A6C-D0A3-26AE-C3AE62EF2E5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6986922" y="2608931"/>
            <a:ext cx="7958998" cy="679754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6" name="Picture Placeholder 2">
            <a:extLst>
              <a:ext uri="{FF2B5EF4-FFF2-40B4-BE49-F238E27FC236}">
                <a16:creationId xmlns:a16="http://schemas.microsoft.com/office/drawing/2014/main" id="{AB5C7BE3-1313-6C5F-4641-C104F4FF947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86108" y="3380125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4290CFAD-5603-6713-EC72-B06C41BA3A9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86109" y="1897024"/>
            <a:ext cx="795527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1715D7C5-7485-7E52-4E31-720F2D47ECB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534607" y="2608931"/>
            <a:ext cx="7955279" cy="679753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9" name="Picture Placeholder 2">
            <a:extLst>
              <a:ext uri="{FF2B5EF4-FFF2-40B4-BE49-F238E27FC236}">
                <a16:creationId xmlns:a16="http://schemas.microsoft.com/office/drawing/2014/main" id="{2D0A017D-EA8C-DDA7-9716-5C82F4F58ED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6" y="3380125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D278848C-CFF3-C167-08BB-757A67E8DD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7606" y="1897024"/>
            <a:ext cx="7955279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43494FA5-5933-577F-DAE2-0B809203C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86108" y="2608929"/>
            <a:ext cx="7970338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2" name="Picture Placeholder 2">
            <a:extLst>
              <a:ext uri="{FF2B5EF4-FFF2-40B4-BE49-F238E27FC236}">
                <a16:creationId xmlns:a16="http://schemas.microsoft.com/office/drawing/2014/main" id="{804C8C5D-6905-9321-818A-7EC5BBB6EE0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3113" y="3380125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67D167FA-8188-7C78-9DEB-7255D7B28E4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6986923" y="1897024"/>
            <a:ext cx="795146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29F53D49-8063-5D3C-4947-69D390B21E4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37605" y="2608929"/>
            <a:ext cx="7955280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D2B7BEB-4944-7E01-D6A7-93C0493BE9A6}"/>
              </a:ext>
            </a:extLst>
          </p:cNvPr>
          <p:cNvGrpSpPr/>
          <p:nvPr userDrawn="1"/>
        </p:nvGrpSpPr>
        <p:grpSpPr>
          <a:xfrm>
            <a:off x="34061399" y="0"/>
            <a:ext cx="2514601" cy="1084107"/>
            <a:chOff x="34061399" y="0"/>
            <a:chExt cx="2514601" cy="1084107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80F222B-2F73-AC56-6601-7B89B0972587}"/>
                </a:ext>
              </a:extLst>
            </p:cNvPr>
            <p:cNvSpPr/>
            <p:nvPr userDrawn="1"/>
          </p:nvSpPr>
          <p:spPr>
            <a:xfrm>
              <a:off x="36420552" y="0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Trebuchet MS" panose="020B0603020202020204" pitchFamily="34" charset="0"/>
              </a:endParaRPr>
            </a:p>
          </p:txBody>
        </p:sp>
        <p:pic>
          <p:nvPicPr>
            <p:cNvPr id="33" name="Picture 32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FEC3831A-2BE7-2B98-573E-607BE24ABD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61399" y="393869"/>
              <a:ext cx="2003438" cy="69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90059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7FFD3C1-05CD-5CDC-F612-6874D9DF22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16294137"/>
            <a:ext cx="20068309" cy="2514601"/>
          </a:xfrm>
        </p:spPr>
        <p:txBody>
          <a:bodyPr>
            <a:normAutofit/>
          </a:bodyPr>
          <a:lstStyle>
            <a:lvl1pPr algn="l"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D3B5DF9-FFBE-DC2B-0220-1DBE540035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08760" y="18781305"/>
            <a:ext cx="20068309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Trebuchet MS" panose="020B0603020202020204" pitchFamily="34" charset="0"/>
              </a:defRPr>
            </a:lvl2pPr>
            <a:lvl3pPr marL="2743200" indent="0" algn="ctr">
              <a:buFontTx/>
              <a:buNone/>
              <a:defRPr sz="4400">
                <a:latin typeface="Trebuchet MS" panose="020B0603020202020204" pitchFamily="34" charset="0"/>
              </a:defRPr>
            </a:lvl3pPr>
            <a:lvl4pPr marL="4114800" indent="0" algn="ctr">
              <a:buFontTx/>
              <a:buNone/>
              <a:defRPr sz="4400">
                <a:latin typeface="Trebuchet MS" panose="020B0603020202020204" pitchFamily="34" charset="0"/>
              </a:defRPr>
            </a:lvl4pPr>
            <a:lvl5pPr marL="5486400" indent="0" algn="ctr">
              <a:buFontTx/>
              <a:buNone/>
              <a:defRPr sz="44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4BCD6DC-7984-59EA-15D4-E7A2A3B92EA5}"/>
              </a:ext>
            </a:extLst>
          </p:cNvPr>
          <p:cNvCxnSpPr>
            <a:cxnSpLocks/>
          </p:cNvCxnSpPr>
          <p:nvPr userDrawn="1"/>
        </p:nvCxnSpPr>
        <p:spPr>
          <a:xfrm>
            <a:off x="0" y="16264128"/>
            <a:ext cx="22494240" cy="0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BEDA2E83-B345-92BF-8928-209F711D2B3F}"/>
              </a:ext>
            </a:extLst>
          </p:cNvPr>
          <p:cNvSpPr/>
          <p:nvPr userDrawn="1"/>
        </p:nvSpPr>
        <p:spPr>
          <a:xfrm>
            <a:off x="33517490" y="19107807"/>
            <a:ext cx="3058510" cy="14661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D8C0C123-233C-4078-CE9B-D90334AEFD4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534606" y="14299678"/>
            <a:ext cx="795528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8F8A8F95-F129-E0CD-94FE-C24824C838C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086108" y="14299678"/>
            <a:ext cx="797033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4AC9A8F-6243-0380-2FB2-6D4DDC8089D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34606" y="14967612"/>
            <a:ext cx="795528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936469AF-F91C-256E-F31C-80764C32AE4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1637607" y="8814210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FCD1C95D-CAEB-F980-661D-DB74AEF8287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637605" y="14299678"/>
            <a:ext cx="797033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61B32352-DFA7-FEA3-DBEA-5C2073AAE70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086108" y="14967612"/>
            <a:ext cx="7970338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3D8EA460-8A76-9B8F-6D5E-7284E8AF551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637605" y="14967612"/>
            <a:ext cx="7970338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C4B12DBF-E59F-CF4F-37FF-0E68923A9108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0086108" y="8814210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CC591BDF-BD1E-7E9E-87E3-712F2251A257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8534609" y="8814210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Picture Placeholder 2">
            <a:extLst>
              <a:ext uri="{FF2B5EF4-FFF2-40B4-BE49-F238E27FC236}">
                <a16:creationId xmlns:a16="http://schemas.microsoft.com/office/drawing/2014/main" id="{6C64BDF7-8224-74FE-6D23-16719700F4B4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6983111" y="8814210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85F2CC41-E1FE-5E83-3614-BC39BD90A05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6983110" y="14299678"/>
            <a:ext cx="7951467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8C5C3658-6D19-BAC4-1B06-680B8206E54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6983110" y="14967612"/>
            <a:ext cx="7951467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79D8215-AFCC-5539-4CFD-20776DC8990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34610" y="3380125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0ABA4221-700A-B297-70FF-4BF94AFAA08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8534609" y="1897024"/>
            <a:ext cx="795527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E3067B63-9D25-4811-C11B-562AD77EC83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6986922" y="2608931"/>
            <a:ext cx="7958998" cy="679754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6" name="Picture Placeholder 2">
            <a:extLst>
              <a:ext uri="{FF2B5EF4-FFF2-40B4-BE49-F238E27FC236}">
                <a16:creationId xmlns:a16="http://schemas.microsoft.com/office/drawing/2014/main" id="{1321E28F-18B6-A6BD-C415-EB7843D6CF6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86108" y="3380125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7" name="Text Placeholder 7">
            <a:extLst>
              <a:ext uri="{FF2B5EF4-FFF2-40B4-BE49-F238E27FC236}">
                <a16:creationId xmlns:a16="http://schemas.microsoft.com/office/drawing/2014/main" id="{EB644AD8-829B-B2CC-2CB3-049651F9DF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86109" y="1897024"/>
            <a:ext cx="795527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8" name="Text Placeholder 7">
            <a:extLst>
              <a:ext uri="{FF2B5EF4-FFF2-40B4-BE49-F238E27FC236}">
                <a16:creationId xmlns:a16="http://schemas.microsoft.com/office/drawing/2014/main" id="{E1DE9A93-407C-A529-388C-9298BD26EA8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534607" y="2608931"/>
            <a:ext cx="7955279" cy="679753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9" name="Picture Placeholder 2">
            <a:extLst>
              <a:ext uri="{FF2B5EF4-FFF2-40B4-BE49-F238E27FC236}">
                <a16:creationId xmlns:a16="http://schemas.microsoft.com/office/drawing/2014/main" id="{B87F79F9-56DC-BF17-6C97-6155BF734C4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6" y="3380125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0" name="Text Placeholder 7">
            <a:extLst>
              <a:ext uri="{FF2B5EF4-FFF2-40B4-BE49-F238E27FC236}">
                <a16:creationId xmlns:a16="http://schemas.microsoft.com/office/drawing/2014/main" id="{55DF9F1C-8E30-5A67-E82B-3D86D08604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7606" y="1897024"/>
            <a:ext cx="7955279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C97DFCEC-E9EC-DCA7-ADFF-1D5DE366B4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86108" y="2608929"/>
            <a:ext cx="7951463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2" name="Picture Placeholder 2">
            <a:extLst>
              <a:ext uri="{FF2B5EF4-FFF2-40B4-BE49-F238E27FC236}">
                <a16:creationId xmlns:a16="http://schemas.microsoft.com/office/drawing/2014/main" id="{061507B6-69F7-F21D-514D-D9E600C36EE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3113" y="3380125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1CE234DF-723C-CD85-75E7-E1DF04CB33C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6986923" y="1897024"/>
            <a:ext cx="795146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4" name="Text Placeholder 7">
            <a:extLst>
              <a:ext uri="{FF2B5EF4-FFF2-40B4-BE49-F238E27FC236}">
                <a16:creationId xmlns:a16="http://schemas.microsoft.com/office/drawing/2014/main" id="{8A4B9993-62AC-B275-1B35-BDAD0F651F7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37605" y="2608929"/>
            <a:ext cx="7955280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F0A0467-9950-127D-222F-2057BCBCD3B2}"/>
              </a:ext>
            </a:extLst>
          </p:cNvPr>
          <p:cNvGrpSpPr/>
          <p:nvPr userDrawn="1"/>
        </p:nvGrpSpPr>
        <p:grpSpPr>
          <a:xfrm>
            <a:off x="34061399" y="0"/>
            <a:ext cx="2514601" cy="1084107"/>
            <a:chOff x="34061399" y="0"/>
            <a:chExt cx="2514601" cy="1084107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2EBC1F7-578E-8D0B-6D34-50E28501E4A6}"/>
                </a:ext>
              </a:extLst>
            </p:cNvPr>
            <p:cNvSpPr/>
            <p:nvPr userDrawn="1"/>
          </p:nvSpPr>
          <p:spPr>
            <a:xfrm>
              <a:off x="36420552" y="0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Trebuchet MS" panose="020B0603020202020204" pitchFamily="34" charset="0"/>
              </a:endParaRPr>
            </a:p>
          </p:txBody>
        </p:sp>
        <p:pic>
          <p:nvPicPr>
            <p:cNvPr id="40" name="Picture 39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CEA17BF0-2B37-EF22-F3C0-C24B23C5FA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61399" y="393869"/>
              <a:ext cx="2003438" cy="69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5906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7FFD3C1-05CD-5CDC-F612-6874D9DF22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16294137"/>
            <a:ext cx="20068309" cy="2514601"/>
          </a:xfrm>
        </p:spPr>
        <p:txBody>
          <a:bodyPr>
            <a:normAutofit/>
          </a:bodyPr>
          <a:lstStyle>
            <a:lvl1pPr algn="l"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D3B5DF9-FFBE-DC2B-0220-1DBE540035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08760" y="18781305"/>
            <a:ext cx="20068309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Trebuchet MS" panose="020B0603020202020204" pitchFamily="34" charset="0"/>
              </a:defRPr>
            </a:lvl2pPr>
            <a:lvl3pPr marL="2743200" indent="0" algn="ctr">
              <a:buFontTx/>
              <a:buNone/>
              <a:defRPr sz="4400">
                <a:latin typeface="Trebuchet MS" panose="020B0603020202020204" pitchFamily="34" charset="0"/>
              </a:defRPr>
            </a:lvl3pPr>
            <a:lvl4pPr marL="4114800" indent="0" algn="ctr">
              <a:buFontTx/>
              <a:buNone/>
              <a:defRPr sz="4400">
                <a:latin typeface="Trebuchet MS" panose="020B0603020202020204" pitchFamily="34" charset="0"/>
              </a:defRPr>
            </a:lvl4pPr>
            <a:lvl5pPr marL="5486400" indent="0" algn="ctr">
              <a:buFontTx/>
              <a:buNone/>
              <a:defRPr sz="44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4BCD6DC-7984-59EA-15D4-E7A2A3B92EA5}"/>
              </a:ext>
            </a:extLst>
          </p:cNvPr>
          <p:cNvCxnSpPr>
            <a:cxnSpLocks/>
          </p:cNvCxnSpPr>
          <p:nvPr userDrawn="1"/>
        </p:nvCxnSpPr>
        <p:spPr>
          <a:xfrm>
            <a:off x="0" y="16264128"/>
            <a:ext cx="22494240" cy="0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BEDA2E83-B345-92BF-8928-209F711D2B3F}"/>
              </a:ext>
            </a:extLst>
          </p:cNvPr>
          <p:cNvSpPr/>
          <p:nvPr userDrawn="1"/>
        </p:nvSpPr>
        <p:spPr>
          <a:xfrm>
            <a:off x="33517490" y="19107807"/>
            <a:ext cx="3058510" cy="14661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AE655606-4DFB-CBC0-AB51-49B3E1BBE06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782110" y="14299678"/>
            <a:ext cx="626148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3AE26D10-01F7-2DA7-20ED-6FA06710CCA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037420" y="14299678"/>
            <a:ext cx="625484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09EB2E15-740E-996D-07E8-F1D851B79FF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782110" y="14967612"/>
            <a:ext cx="626148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9BE5B580-0F81-CA57-425A-2EDC709E9A3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037420" y="14967612"/>
            <a:ext cx="625484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9D7A618F-182B-5421-9E85-B4B8E2797A54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5021177" y="881421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Picture Placeholder 2">
            <a:extLst>
              <a:ext uri="{FF2B5EF4-FFF2-40B4-BE49-F238E27FC236}">
                <a16:creationId xmlns:a16="http://schemas.microsoft.com/office/drawing/2014/main" id="{4AC640FE-CAE9-F3AF-A9C1-B76EA304E940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1779715" y="881421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4" name="Picture Placeholder 2">
            <a:extLst>
              <a:ext uri="{FF2B5EF4-FFF2-40B4-BE49-F238E27FC236}">
                <a16:creationId xmlns:a16="http://schemas.microsoft.com/office/drawing/2014/main" id="{6A36BDDD-A613-0E7B-5587-8B529961C3AC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5286158" y="881421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6EF059F-AAAF-3CBA-7162-03AB719A7A9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8532409" y="14299678"/>
            <a:ext cx="626364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88D24094-9EE7-3500-049D-C6DEBA68219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532409" y="14967612"/>
            <a:ext cx="626364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7" name="Picture Placeholder 2">
            <a:extLst>
              <a:ext uri="{FF2B5EF4-FFF2-40B4-BE49-F238E27FC236}">
                <a16:creationId xmlns:a16="http://schemas.microsoft.com/office/drawing/2014/main" id="{904F6055-27A5-750A-27BE-393117C51E6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152060" y="3380125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Picture Placeholder 2">
            <a:extLst>
              <a:ext uri="{FF2B5EF4-FFF2-40B4-BE49-F238E27FC236}">
                <a16:creationId xmlns:a16="http://schemas.microsoft.com/office/drawing/2014/main" id="{B0652865-202A-4A28-0FD0-E6F365767D2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94833" y="3380125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5" name="Picture Placeholder 2">
            <a:extLst>
              <a:ext uri="{FF2B5EF4-FFF2-40B4-BE49-F238E27FC236}">
                <a16:creationId xmlns:a16="http://schemas.microsoft.com/office/drawing/2014/main" id="{AF9304A9-EA61-DFD0-29D1-25DDE97362C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6" y="3380125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2">
            <a:extLst>
              <a:ext uri="{FF2B5EF4-FFF2-40B4-BE49-F238E27FC236}">
                <a16:creationId xmlns:a16="http://schemas.microsoft.com/office/drawing/2014/main" id="{F78AACAD-018B-96F8-7E2F-E0FCACC109E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1909287" y="3380125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979BE099-59B0-E97F-61FD-435C8350F270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28666515" y="3380125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2">
            <a:extLst>
              <a:ext uri="{FF2B5EF4-FFF2-40B4-BE49-F238E27FC236}">
                <a16:creationId xmlns:a16="http://schemas.microsoft.com/office/drawing/2014/main" id="{0F261ED6-4E81-A47E-1FA5-BA845C647DA8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18527620" y="881421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EB29D344-8CFB-0379-31D2-6631B803046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5307424" y="14299678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1CBE6955-F65A-696D-3BBD-A333677B325E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5307424" y="14967612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FCB63C5D-B4C0-9996-F201-78CE516905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7606" y="1897024"/>
            <a:ext cx="6263639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B2837655-CF8E-8202-10D5-BC4A236A52B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37605" y="2655235"/>
            <a:ext cx="6263640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190FED14-8AE4-759A-E6DE-270282FBDFC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5141913" y="1897024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9BBCC5DC-A254-8EC2-FCD1-1FDF63387F9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391957" y="1897024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D85A913D-E2F4-EC00-1101-13550E56E1F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5141913" y="2584631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6" name="Text Placeholder 7">
            <a:extLst>
              <a:ext uri="{FF2B5EF4-FFF2-40B4-BE49-F238E27FC236}">
                <a16:creationId xmlns:a16="http://schemas.microsoft.com/office/drawing/2014/main" id="{362F63BF-0940-DF43-5B1C-42AD2B6959D6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91957" y="2584631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7" name="Text Placeholder 7">
            <a:extLst>
              <a:ext uri="{FF2B5EF4-FFF2-40B4-BE49-F238E27FC236}">
                <a16:creationId xmlns:a16="http://schemas.microsoft.com/office/drawing/2014/main" id="{FF642D9C-031C-D60E-C16F-DF3D479B2475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1900662" y="1897024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8" name="Text Placeholder 7">
            <a:extLst>
              <a:ext uri="{FF2B5EF4-FFF2-40B4-BE49-F238E27FC236}">
                <a16:creationId xmlns:a16="http://schemas.microsoft.com/office/drawing/2014/main" id="{F28DEDCC-F449-CE39-04A6-E5D31C6C80D9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1900662" y="2584631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033AFEBC-D7F0-7106-408F-FC855CDCD9F8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8666515" y="1897024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F8A11FED-8F99-FAD7-C725-9EA6650B14A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8666515" y="2584631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809237B-6F06-00F1-BBDB-CE724FAD56C6}"/>
              </a:ext>
            </a:extLst>
          </p:cNvPr>
          <p:cNvGrpSpPr/>
          <p:nvPr userDrawn="1"/>
        </p:nvGrpSpPr>
        <p:grpSpPr>
          <a:xfrm>
            <a:off x="34061399" y="0"/>
            <a:ext cx="2514601" cy="1084107"/>
            <a:chOff x="34061399" y="0"/>
            <a:chExt cx="2514601" cy="1084107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6514FCB-C664-D619-FDE9-EB15208F8D1D}"/>
                </a:ext>
              </a:extLst>
            </p:cNvPr>
            <p:cNvSpPr/>
            <p:nvPr userDrawn="1"/>
          </p:nvSpPr>
          <p:spPr>
            <a:xfrm>
              <a:off x="36420552" y="0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Trebuchet MS" panose="020B0603020202020204" pitchFamily="34" charset="0"/>
              </a:endParaRPr>
            </a:p>
          </p:txBody>
        </p:sp>
        <p:pic>
          <p:nvPicPr>
            <p:cNvPr id="36" name="Picture 35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8FABC70D-3269-0110-5154-615E4CB9C6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61399" y="393869"/>
              <a:ext cx="2003438" cy="69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18591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7FFD3C1-05CD-5CDC-F612-6874D9DF22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16294137"/>
            <a:ext cx="20068309" cy="2514601"/>
          </a:xfrm>
        </p:spPr>
        <p:txBody>
          <a:bodyPr>
            <a:normAutofit/>
          </a:bodyPr>
          <a:lstStyle>
            <a:lvl1pPr algn="l"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D3B5DF9-FFBE-DC2B-0220-1DBE540035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08760" y="18781305"/>
            <a:ext cx="20068309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Trebuchet MS" panose="020B0603020202020204" pitchFamily="34" charset="0"/>
              </a:defRPr>
            </a:lvl2pPr>
            <a:lvl3pPr marL="2743200" indent="0" algn="ctr">
              <a:buFontTx/>
              <a:buNone/>
              <a:defRPr sz="4400">
                <a:latin typeface="Trebuchet MS" panose="020B0603020202020204" pitchFamily="34" charset="0"/>
              </a:defRPr>
            </a:lvl3pPr>
            <a:lvl4pPr marL="4114800" indent="0" algn="ctr">
              <a:buFontTx/>
              <a:buNone/>
              <a:defRPr sz="4400">
                <a:latin typeface="Trebuchet MS" panose="020B0603020202020204" pitchFamily="34" charset="0"/>
              </a:defRPr>
            </a:lvl4pPr>
            <a:lvl5pPr marL="5486400" indent="0" algn="ctr">
              <a:buFontTx/>
              <a:buNone/>
              <a:defRPr sz="44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4BCD6DC-7984-59EA-15D4-E7A2A3B92EA5}"/>
              </a:ext>
            </a:extLst>
          </p:cNvPr>
          <p:cNvCxnSpPr>
            <a:cxnSpLocks/>
          </p:cNvCxnSpPr>
          <p:nvPr userDrawn="1"/>
        </p:nvCxnSpPr>
        <p:spPr>
          <a:xfrm>
            <a:off x="0" y="16264128"/>
            <a:ext cx="22494240" cy="0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BEDA2E83-B345-92BF-8928-209F711D2B3F}"/>
              </a:ext>
            </a:extLst>
          </p:cNvPr>
          <p:cNvSpPr/>
          <p:nvPr userDrawn="1"/>
        </p:nvSpPr>
        <p:spPr>
          <a:xfrm>
            <a:off x="33517490" y="19107807"/>
            <a:ext cx="3058510" cy="14661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6D1B21EC-A9FB-DE71-43FA-F5473253659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152060" y="3380125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F93CA876-89BE-220D-AACA-F98EB282A64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94833" y="3380125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B387E38B-4633-170D-16B9-FD52DEA8F91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6" y="3380125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81C70B53-8C26-3617-9B99-D281896C1D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7606" y="1897024"/>
            <a:ext cx="6263639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4FA0019F-C6DC-A6C6-9531-BC409AB3BE0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1909287" y="3380125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9D2C4063-A686-DB2F-EB91-CDC32DC3E07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37605" y="2655235"/>
            <a:ext cx="6263640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9" name="Picture Placeholder 2">
            <a:extLst>
              <a:ext uri="{FF2B5EF4-FFF2-40B4-BE49-F238E27FC236}">
                <a16:creationId xmlns:a16="http://schemas.microsoft.com/office/drawing/2014/main" id="{E6DF3973-BFFD-0650-67B4-1FC60F39189A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28666515" y="3380125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10315198-4FB0-1605-E59B-51913EAA76D4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5141913" y="1897024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6F901150-FDFD-5FC2-11BF-321E8285D8BD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391957" y="1897024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2" name="Text Placeholder 7">
            <a:extLst>
              <a:ext uri="{FF2B5EF4-FFF2-40B4-BE49-F238E27FC236}">
                <a16:creationId xmlns:a16="http://schemas.microsoft.com/office/drawing/2014/main" id="{1964F185-CDC5-CE9D-251D-2E14171B955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5141913" y="2584631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D57E0C5F-9777-59E0-A228-AE8430DE78C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91957" y="2584631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9696394F-9E7B-F98D-207D-E98E12004AA0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21900662" y="1897024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6" name="Text Placeholder 7">
            <a:extLst>
              <a:ext uri="{FF2B5EF4-FFF2-40B4-BE49-F238E27FC236}">
                <a16:creationId xmlns:a16="http://schemas.microsoft.com/office/drawing/2014/main" id="{C86B779E-BD1F-D554-3552-886C88AC302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1900662" y="2584631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7" name="Text Placeholder 7">
            <a:extLst>
              <a:ext uri="{FF2B5EF4-FFF2-40B4-BE49-F238E27FC236}">
                <a16:creationId xmlns:a16="http://schemas.microsoft.com/office/drawing/2014/main" id="{CBF365F5-1A62-4D50-E27D-277F174D7B9B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8666515" y="1897024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8" name="Text Placeholder 7">
            <a:extLst>
              <a:ext uri="{FF2B5EF4-FFF2-40B4-BE49-F238E27FC236}">
                <a16:creationId xmlns:a16="http://schemas.microsoft.com/office/drawing/2014/main" id="{962524B6-5167-D009-CB69-031B74C7BF82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8666515" y="2584631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9" name="Picture Placeholder 2">
            <a:extLst>
              <a:ext uri="{FF2B5EF4-FFF2-40B4-BE49-F238E27FC236}">
                <a16:creationId xmlns:a16="http://schemas.microsoft.com/office/drawing/2014/main" id="{298B7426-D600-8C5C-9976-7E01486FA42D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152060" y="881421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0" name="Picture Placeholder 2">
            <a:extLst>
              <a:ext uri="{FF2B5EF4-FFF2-40B4-BE49-F238E27FC236}">
                <a16:creationId xmlns:a16="http://schemas.microsoft.com/office/drawing/2014/main" id="{A9E377DD-E97F-7797-960C-D20F58551DF3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8394833" y="881421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080AC593-D24D-00E5-745A-FA6F63CF30D6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1637606" y="881421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2" name="Picture Placeholder 2">
            <a:extLst>
              <a:ext uri="{FF2B5EF4-FFF2-40B4-BE49-F238E27FC236}">
                <a16:creationId xmlns:a16="http://schemas.microsoft.com/office/drawing/2014/main" id="{0985A3EE-46B6-D138-D376-03BF0F9AEE05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21909287" y="881421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3" name="Picture Placeholder 2">
            <a:extLst>
              <a:ext uri="{FF2B5EF4-FFF2-40B4-BE49-F238E27FC236}">
                <a16:creationId xmlns:a16="http://schemas.microsoft.com/office/drawing/2014/main" id="{3F50E89C-D144-42E1-43EF-79AA17014D88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28666515" y="881421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4" name="Text Placeholder 7">
            <a:extLst>
              <a:ext uri="{FF2B5EF4-FFF2-40B4-BE49-F238E27FC236}">
                <a16:creationId xmlns:a16="http://schemas.microsoft.com/office/drawing/2014/main" id="{CA59DC0B-0E35-66BA-D2A9-5A171372A939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637606" y="14274088"/>
            <a:ext cx="6263639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1" name="Text Placeholder 7">
            <a:extLst>
              <a:ext uri="{FF2B5EF4-FFF2-40B4-BE49-F238E27FC236}">
                <a16:creationId xmlns:a16="http://schemas.microsoft.com/office/drawing/2014/main" id="{49628C75-CF4F-258F-9A67-8F825D4D85AB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637605" y="14961695"/>
            <a:ext cx="6263640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3C51AE03-20F2-081E-B061-07708A562F27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5141913" y="14319257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3" name="Text Placeholder 7">
            <a:extLst>
              <a:ext uri="{FF2B5EF4-FFF2-40B4-BE49-F238E27FC236}">
                <a16:creationId xmlns:a16="http://schemas.microsoft.com/office/drawing/2014/main" id="{ECCF7B72-B3E3-C659-19F6-E265F51422BE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8391957" y="14319257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4" name="Text Placeholder 7">
            <a:extLst>
              <a:ext uri="{FF2B5EF4-FFF2-40B4-BE49-F238E27FC236}">
                <a16:creationId xmlns:a16="http://schemas.microsoft.com/office/drawing/2014/main" id="{20BB3925-4BE3-26D3-7FFC-0A10052F02A4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5141913" y="14961695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5" name="Text Placeholder 7">
            <a:extLst>
              <a:ext uri="{FF2B5EF4-FFF2-40B4-BE49-F238E27FC236}">
                <a16:creationId xmlns:a16="http://schemas.microsoft.com/office/drawing/2014/main" id="{77759BB8-38ED-2A9C-6BCC-7F76E0AA802C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8391957" y="14961695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6" name="Text Placeholder 7">
            <a:extLst>
              <a:ext uri="{FF2B5EF4-FFF2-40B4-BE49-F238E27FC236}">
                <a16:creationId xmlns:a16="http://schemas.microsoft.com/office/drawing/2014/main" id="{EB5D72B5-5D0D-E4F4-A83A-027D82B84E8F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21900662" y="14319257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7" name="Text Placeholder 7">
            <a:extLst>
              <a:ext uri="{FF2B5EF4-FFF2-40B4-BE49-F238E27FC236}">
                <a16:creationId xmlns:a16="http://schemas.microsoft.com/office/drawing/2014/main" id="{518591BD-B0CC-B55B-29C0-8D8387DCE72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1900662" y="14961695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8" name="Text Placeholder 7">
            <a:extLst>
              <a:ext uri="{FF2B5EF4-FFF2-40B4-BE49-F238E27FC236}">
                <a16:creationId xmlns:a16="http://schemas.microsoft.com/office/drawing/2014/main" id="{061414DF-F8DB-0892-6DF6-A8E58CCCFB5D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28666515" y="14319257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9" name="Text Placeholder 7">
            <a:extLst>
              <a:ext uri="{FF2B5EF4-FFF2-40B4-BE49-F238E27FC236}">
                <a16:creationId xmlns:a16="http://schemas.microsoft.com/office/drawing/2014/main" id="{36EEF9C7-1E0C-E2C6-0EF8-1148A85667E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8666515" y="14961695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EFA73DE-CB94-3E83-7CCE-37D4989FFCED}"/>
              </a:ext>
            </a:extLst>
          </p:cNvPr>
          <p:cNvGrpSpPr/>
          <p:nvPr userDrawn="1"/>
        </p:nvGrpSpPr>
        <p:grpSpPr>
          <a:xfrm>
            <a:off x="34061399" y="0"/>
            <a:ext cx="2514601" cy="1084107"/>
            <a:chOff x="34061399" y="0"/>
            <a:chExt cx="2514601" cy="1084107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B2D36DA-6AE0-7209-8488-CD56CF697708}"/>
                </a:ext>
              </a:extLst>
            </p:cNvPr>
            <p:cNvSpPr/>
            <p:nvPr userDrawn="1"/>
          </p:nvSpPr>
          <p:spPr>
            <a:xfrm>
              <a:off x="36420552" y="0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Trebuchet MS" panose="020B0603020202020204" pitchFamily="34" charset="0"/>
              </a:endParaRPr>
            </a:p>
          </p:txBody>
        </p:sp>
        <p:pic>
          <p:nvPicPr>
            <p:cNvPr id="43" name="Picture 42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782002C1-86DD-46E6-965D-BC2C7425B4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61399" y="393869"/>
              <a:ext cx="2003438" cy="69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22413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 Cas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FC72E11-DD16-4EAC-A294-E115038AA2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77920F6-AC26-4611-AAD3-44D6CEA3FBA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sz="7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1130100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-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FC72E11-DD16-4EAC-A294-E115038AA2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77920F6-AC26-4611-AAD3-44D6CEA3FBA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sz="7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image of video/demo</a:t>
            </a:r>
          </a:p>
        </p:txBody>
      </p:sp>
    </p:spTree>
    <p:extLst>
      <p:ext uri="{BB962C8B-B14F-4D97-AF65-F5344CB8AC3E}">
        <p14:creationId xmlns:p14="http://schemas.microsoft.com/office/powerpoint/2010/main" val="3390819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- Insert Vide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834EEA-7CA3-4C82-B29B-3EA15B8822C9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17" name="Media Placeholder 7">
            <a:extLst>
              <a:ext uri="{FF2B5EF4-FFF2-40B4-BE49-F238E27FC236}">
                <a16:creationId xmlns:a16="http://schemas.microsoft.com/office/drawing/2014/main" id="{95086AA8-FFA8-416F-AD2F-0B7223809227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lang="en-US" sz="8400" b="1" dirty="0">
                <a:solidFill>
                  <a:schemeClr val="bg1"/>
                </a:solidFill>
                <a:latin typeface="+mn-lt"/>
              </a:defRPr>
            </a:lvl1pPr>
          </a:lstStyle>
          <a:p>
            <a:pPr marL="857250" lvl="0" indent="-857250" algn="ctr"/>
            <a:r>
              <a:rPr lang="en-US" dirty="0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2602793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blur&#10;&#10;Description automatically generated">
            <a:extLst>
              <a:ext uri="{FF2B5EF4-FFF2-40B4-BE49-F238E27FC236}">
                <a16:creationId xmlns:a16="http://schemas.microsoft.com/office/drawing/2014/main" id="{2F3DB845-5766-4820-4918-271D918614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-1"/>
            <a:ext cx="36576000" cy="20574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4291D50-C916-93F1-BE1F-9876B2B209C5}"/>
              </a:ext>
            </a:extLst>
          </p:cNvPr>
          <p:cNvSpPr/>
          <p:nvPr userDrawn="1"/>
        </p:nvSpPr>
        <p:spPr>
          <a:xfrm flipV="1">
            <a:off x="1" y="14987091"/>
            <a:ext cx="36575999" cy="5586908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A92C82-C327-5A90-C12A-8057E790A54C}"/>
              </a:ext>
            </a:extLst>
          </p:cNvPr>
          <p:cNvSpPr/>
          <p:nvPr userDrawn="1"/>
        </p:nvSpPr>
        <p:spPr>
          <a:xfrm>
            <a:off x="1" y="-1"/>
            <a:ext cx="36575999" cy="11267769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Trebuchet MS" panose="020B0603020202020204" pitchFamily="34" charset="0"/>
              </a:defRPr>
            </a:lvl2pPr>
            <a:lvl3pPr marL="2743200" indent="0" algn="ctr">
              <a:buFontTx/>
              <a:buNone/>
              <a:defRPr sz="4400">
                <a:latin typeface="Trebuchet MS" panose="020B0603020202020204" pitchFamily="34" charset="0"/>
              </a:defRPr>
            </a:lvl3pPr>
            <a:lvl4pPr marL="4114800" indent="0" algn="ctr">
              <a:buFontTx/>
              <a:buNone/>
              <a:defRPr sz="4400">
                <a:latin typeface="Trebuchet MS" panose="020B0603020202020204" pitchFamily="34" charset="0"/>
              </a:defRPr>
            </a:lvl4pPr>
            <a:lvl5pPr marL="5486400" indent="0" algn="ctr">
              <a:buFontTx/>
              <a:buNone/>
              <a:defRPr sz="44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6BE77BD-ED1F-A7D7-8432-E2BA5A5A8972}"/>
              </a:ext>
            </a:extLst>
          </p:cNvPr>
          <p:cNvCxnSpPr/>
          <p:nvPr userDrawn="1"/>
        </p:nvCxnSpPr>
        <p:spPr>
          <a:xfrm>
            <a:off x="0" y="11329275"/>
            <a:ext cx="36576000" cy="0"/>
          </a:xfrm>
          <a:prstGeom prst="line">
            <a:avLst/>
          </a:prstGeom>
          <a:ln w="508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1BE51B-1B8A-15D0-E565-FDD00D1E8984}"/>
              </a:ext>
            </a:extLst>
          </p:cNvPr>
          <p:cNvGrpSpPr/>
          <p:nvPr userDrawn="1"/>
        </p:nvGrpSpPr>
        <p:grpSpPr>
          <a:xfrm>
            <a:off x="34015681" y="19477636"/>
            <a:ext cx="2560319" cy="1099561"/>
            <a:chOff x="34015681" y="19477636"/>
            <a:chExt cx="2560319" cy="1099561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CC534D5-C446-A8C8-A1C5-D8D4F4AB8BB7}"/>
                </a:ext>
              </a:extLst>
            </p:cNvPr>
            <p:cNvSpPr/>
            <p:nvPr userDrawn="1"/>
          </p:nvSpPr>
          <p:spPr>
            <a:xfrm>
              <a:off x="36420552" y="19687526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Trebuchet MS" panose="020B0603020202020204" pitchFamily="34" charset="0"/>
              </a:endParaRPr>
            </a:p>
          </p:txBody>
        </p:sp>
        <p:pic>
          <p:nvPicPr>
            <p:cNvPr id="19" name="Picture 18" descr="Logo&#10;&#10;Description automatically generated">
              <a:extLst>
                <a:ext uri="{FF2B5EF4-FFF2-40B4-BE49-F238E27FC236}">
                  <a16:creationId xmlns:a16="http://schemas.microsoft.com/office/drawing/2014/main" id="{C19F4DC3-AC6F-A784-716C-562AAEF28D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15681" y="19477636"/>
              <a:ext cx="2159583" cy="7437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660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w/ Imag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 descr="A picture containing blur&#10;&#10;Description automatically generated">
            <a:extLst>
              <a:ext uri="{FF2B5EF4-FFF2-40B4-BE49-F238E27FC236}">
                <a16:creationId xmlns:a16="http://schemas.microsoft.com/office/drawing/2014/main" id="{3D97DCAA-B02C-B9CD-73B9-F0CB591696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-1"/>
            <a:ext cx="36576000" cy="20574000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579E33CF-8322-948F-F6BF-0C2C9B17787F}"/>
              </a:ext>
            </a:extLst>
          </p:cNvPr>
          <p:cNvSpPr/>
          <p:nvPr userDrawn="1"/>
        </p:nvSpPr>
        <p:spPr>
          <a:xfrm flipV="1">
            <a:off x="1" y="14987091"/>
            <a:ext cx="36575999" cy="5586908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3B8751E-75F6-925A-8531-50B734C847AB}"/>
              </a:ext>
            </a:extLst>
          </p:cNvPr>
          <p:cNvSpPr/>
          <p:nvPr userDrawn="1"/>
        </p:nvSpPr>
        <p:spPr>
          <a:xfrm>
            <a:off x="1" y="-1"/>
            <a:ext cx="36575999" cy="11267769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Trebuchet MS" panose="020B0603020202020204" pitchFamily="34" charset="0"/>
              </a:defRPr>
            </a:lvl2pPr>
            <a:lvl3pPr marL="2743200" indent="0" algn="ctr">
              <a:buFontTx/>
              <a:buNone/>
              <a:defRPr sz="4400">
                <a:latin typeface="Trebuchet MS" panose="020B0603020202020204" pitchFamily="34" charset="0"/>
              </a:defRPr>
            </a:lvl3pPr>
            <a:lvl4pPr marL="4114800" indent="0" algn="ctr">
              <a:buFontTx/>
              <a:buNone/>
              <a:defRPr sz="4400">
                <a:latin typeface="Trebuchet MS" panose="020B0603020202020204" pitchFamily="34" charset="0"/>
              </a:defRPr>
            </a:lvl4pPr>
            <a:lvl5pPr marL="5486400" indent="0" algn="ctr">
              <a:buFontTx/>
              <a:buNone/>
              <a:defRPr sz="44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81A4C02-2335-3840-A0B5-647FE4372B5A}"/>
              </a:ext>
            </a:extLst>
          </p:cNvPr>
          <p:cNvCxnSpPr/>
          <p:nvPr userDrawn="1"/>
        </p:nvCxnSpPr>
        <p:spPr>
          <a:xfrm>
            <a:off x="0" y="12517118"/>
            <a:ext cx="36576000" cy="0"/>
          </a:xfrm>
          <a:prstGeom prst="line">
            <a:avLst/>
          </a:prstGeom>
          <a:ln w="635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27B64A9-49B7-26AE-EEC1-3DFB7714FDF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04900" y="8828853"/>
            <a:ext cx="6172214" cy="4209393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5B24A7F-7007-8F97-B7C8-699C593826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04901" y="7108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1" cap="none" baseline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BE9F7FB4-6AA0-B491-27B8-845C8CCE95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04900" y="7820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32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831C6138-3339-1502-9812-8B9B39AF6D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04901" y="6365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tx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56B4F135-9336-3722-2593-739C386518B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153396" y="12016056"/>
            <a:ext cx="6172214" cy="4209393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16A6D24-C230-8F9B-A12F-04BF3B073AA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53397" y="10295886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1" cap="none" baseline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6F5CC89-1592-52B8-63DE-F83AAF64EB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53396" y="11007791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32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71F14B17-DED6-D507-0F6F-0880EA7DD56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53397" y="9553157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tx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549A52FF-8F33-D50C-49C1-0A55140F332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5163793" y="8828853"/>
            <a:ext cx="6172214" cy="4209393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5D8802B-FD04-DC3F-D5E6-9A1D927089A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5163794" y="7108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1" cap="none" baseline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4956259-B8C8-1248-4F09-69EFFCCA6C2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163793" y="7820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32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A510AB1-7D48-519B-BE8D-994DD848CCC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5163794" y="6365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tx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0F3F011E-890F-E527-A5CB-421C1CE541C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22212297" y="12016056"/>
            <a:ext cx="6172214" cy="4209393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D1CAB8F0-0055-E057-4C4A-7B3C6F7B941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2212298" y="10295886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1" cap="none" baseline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D8F5B73D-560B-E470-3B25-EAD525666B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2212297" y="11007791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32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1960F0BA-603E-23D9-F49B-C5B4462632D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2212298" y="9553157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tx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BBA2ABA5-D670-2BB6-7840-47F6198C0D4D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9298902" y="8828853"/>
            <a:ext cx="6172214" cy="4209393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CBEE0231-5854-76AF-A0C6-70879C2EA77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9298903" y="7108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1" cap="none" baseline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0376ABB2-52CB-85AB-C186-532F75164A9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9298902" y="7820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32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63880F57-14E0-B28C-BF79-E4DCF3B7D67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9298903" y="6365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tx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D98BD55-67D9-5A45-4CBE-EBEC932A1830}"/>
              </a:ext>
            </a:extLst>
          </p:cNvPr>
          <p:cNvGrpSpPr/>
          <p:nvPr userDrawn="1"/>
        </p:nvGrpSpPr>
        <p:grpSpPr>
          <a:xfrm>
            <a:off x="34015681" y="19477636"/>
            <a:ext cx="2560319" cy="1099561"/>
            <a:chOff x="34015681" y="19477636"/>
            <a:chExt cx="2560319" cy="1099561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D383E7A-E0ED-0BC6-D5A5-9CACFB53C5A7}"/>
                </a:ext>
              </a:extLst>
            </p:cNvPr>
            <p:cNvSpPr/>
            <p:nvPr userDrawn="1"/>
          </p:nvSpPr>
          <p:spPr>
            <a:xfrm>
              <a:off x="36420552" y="19687526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Trebuchet MS" panose="020B0603020202020204" pitchFamily="34" charset="0"/>
              </a:endParaRPr>
            </a:p>
          </p:txBody>
        </p:sp>
        <p:pic>
          <p:nvPicPr>
            <p:cNvPr id="44" name="Picture 43" descr="Logo&#10;&#10;Description automatically generated">
              <a:extLst>
                <a:ext uri="{FF2B5EF4-FFF2-40B4-BE49-F238E27FC236}">
                  <a16:creationId xmlns:a16="http://schemas.microsoft.com/office/drawing/2014/main" id="{0CCC6649-3A72-1102-B390-E3CC2FBD14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15681" y="19477636"/>
              <a:ext cx="2159583" cy="7437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8904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LO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BEE438-ADD8-FD38-361B-6F659E263AE2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F23213-383B-D1D3-66AB-AB7666ACC9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0169B9-6067-E8C5-5485-E56BC06E5F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0" y="17145000"/>
            <a:ext cx="36576000" cy="3429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576E5FE-3389-CDF1-B065-8C9BC2DE8FAA}"/>
              </a:ext>
            </a:extLst>
          </p:cNvPr>
          <p:cNvSpPr/>
          <p:nvPr userDrawn="1"/>
        </p:nvSpPr>
        <p:spPr>
          <a:xfrm flipV="1">
            <a:off x="0" y="17144998"/>
            <a:ext cx="36576000" cy="2151778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14A677-9010-9804-E632-B81F4DD31B74}"/>
              </a:ext>
            </a:extLst>
          </p:cNvPr>
          <p:cNvSpPr/>
          <p:nvPr userDrawn="1"/>
        </p:nvSpPr>
        <p:spPr>
          <a:xfrm>
            <a:off x="0" y="4706222"/>
            <a:ext cx="36576000" cy="2151778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F26D4B9E-06E4-79B6-32C5-11909387A7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8753" y="14634710"/>
            <a:ext cx="24258494" cy="10439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4400" i="1" cap="none" baseline="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DINPro-Medium" panose="02000503030000020004" pitchFamily="50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DINPro-Medium" panose="02000503030000020004" pitchFamily="50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— Quote source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FB813065-2E49-0E5F-0857-6E6D15B258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8754" y="6906358"/>
            <a:ext cx="24258494" cy="73070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12000" cap="none" baseline="0">
                <a:solidFill>
                  <a:schemeClr val="tx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DINPro-Medium" panose="02000503030000020004" pitchFamily="50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DINPro-Medium" panose="02000503030000020004" pitchFamily="50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3AB51B-6576-2407-EADC-1F10EFB91ADD}"/>
              </a:ext>
            </a:extLst>
          </p:cNvPr>
          <p:cNvSpPr txBox="1"/>
          <p:nvPr userDrawn="1"/>
        </p:nvSpPr>
        <p:spPr>
          <a:xfrm rot="10800000">
            <a:off x="17582278" y="13476815"/>
            <a:ext cx="1468672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700" dirty="0">
                <a:solidFill>
                  <a:schemeClr val="tx2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rPr>
              <a:t>“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46BD1E2-CE6D-6688-0584-9A2955FE408E}"/>
              </a:ext>
            </a:extLst>
          </p:cNvPr>
          <p:cNvCxnSpPr>
            <a:cxnSpLocks/>
          </p:cNvCxnSpPr>
          <p:nvPr userDrawn="1"/>
        </p:nvCxnSpPr>
        <p:spPr>
          <a:xfrm>
            <a:off x="6158753" y="16723659"/>
            <a:ext cx="11394911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A3FC36B-1A07-1145-6E8D-04ACFA6D494B}"/>
              </a:ext>
            </a:extLst>
          </p:cNvPr>
          <p:cNvCxnSpPr>
            <a:cxnSpLocks/>
          </p:cNvCxnSpPr>
          <p:nvPr userDrawn="1"/>
        </p:nvCxnSpPr>
        <p:spPr>
          <a:xfrm>
            <a:off x="19022336" y="16723659"/>
            <a:ext cx="11394911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8842FDB-FDE6-5E7F-7B79-1A99C3156DB1}"/>
              </a:ext>
            </a:extLst>
          </p:cNvPr>
          <p:cNvGrpSpPr/>
          <p:nvPr userDrawn="1"/>
        </p:nvGrpSpPr>
        <p:grpSpPr>
          <a:xfrm>
            <a:off x="6158753" y="4996959"/>
            <a:ext cx="24258494" cy="4508927"/>
            <a:chOff x="6158753" y="6234204"/>
            <a:chExt cx="24258494" cy="450892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78141CA-E027-D902-683A-1667C29F1FAC}"/>
                </a:ext>
              </a:extLst>
            </p:cNvPr>
            <p:cNvSpPr txBox="1"/>
            <p:nvPr userDrawn="1"/>
          </p:nvSpPr>
          <p:spPr>
            <a:xfrm>
              <a:off x="17553664" y="6234204"/>
              <a:ext cx="1468672" cy="45089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700" dirty="0">
                  <a:solidFill>
                    <a:schemeClr val="tx2"/>
                  </a:solidFill>
                  <a:latin typeface="NVIDIA Sans Light" panose="020B0303020203020204" pitchFamily="34" charset="0"/>
                  <a:cs typeface="NVIDIA Sans Light" panose="020B0303020203020204" pitchFamily="34" charset="0"/>
                </a:rPr>
                <a:t>“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DDB5846-7BC9-957E-F577-9E514F9709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7454586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806C089-7008-374C-948F-79A6B94EB3A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7454586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313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SHO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BEE438-ADD8-FD38-361B-6F659E263AE2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F23213-383B-D1D3-66AB-AB7666ACC9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0169B9-6067-E8C5-5485-E56BC06E5F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0" y="17145000"/>
            <a:ext cx="36576000" cy="3429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576E5FE-3389-CDF1-B065-8C9BC2DE8FAA}"/>
              </a:ext>
            </a:extLst>
          </p:cNvPr>
          <p:cNvSpPr/>
          <p:nvPr userDrawn="1"/>
        </p:nvSpPr>
        <p:spPr>
          <a:xfrm flipV="1">
            <a:off x="0" y="17144998"/>
            <a:ext cx="36576000" cy="2151778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14A677-9010-9804-E632-B81F4DD31B74}"/>
              </a:ext>
            </a:extLst>
          </p:cNvPr>
          <p:cNvSpPr/>
          <p:nvPr userDrawn="1"/>
        </p:nvSpPr>
        <p:spPr>
          <a:xfrm>
            <a:off x="0" y="4706222"/>
            <a:ext cx="36576000" cy="2151778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F88F578A-9027-1B83-EA9B-9C3A615FCD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8753" y="12875952"/>
            <a:ext cx="24258494" cy="10439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4400" i="1" cap="none" baseline="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DINPro-Medium" panose="02000503030000020004" pitchFamily="50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DINPro-Medium" panose="02000503030000020004" pitchFamily="50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— Quote source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63210519-0067-2C0F-62E9-5F65AC56F4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8754" y="8051173"/>
            <a:ext cx="24258494" cy="440322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12000" cap="none" baseline="0">
                <a:solidFill>
                  <a:schemeClr val="tx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DINPro-Medium" panose="02000503030000020004" pitchFamily="50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DINPro-Medium" panose="02000503030000020004" pitchFamily="50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Click to add quote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282E0F9-288A-90DE-BB74-628A1359AC3E}"/>
              </a:ext>
            </a:extLst>
          </p:cNvPr>
          <p:cNvGrpSpPr/>
          <p:nvPr userDrawn="1"/>
        </p:nvGrpSpPr>
        <p:grpSpPr>
          <a:xfrm>
            <a:off x="6158753" y="6264684"/>
            <a:ext cx="24258494" cy="10102852"/>
            <a:chOff x="6158753" y="6264684"/>
            <a:chExt cx="24258494" cy="1010285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7C93DBF-D2D6-8083-19B0-AF30804DA58C}"/>
                </a:ext>
              </a:extLst>
            </p:cNvPr>
            <p:cNvGrpSpPr/>
            <p:nvPr userDrawn="1"/>
          </p:nvGrpSpPr>
          <p:grpSpPr>
            <a:xfrm>
              <a:off x="17553664" y="6264684"/>
              <a:ext cx="1497286" cy="10102852"/>
              <a:chOff x="17553664" y="5634063"/>
              <a:chExt cx="1497286" cy="10102852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E8DD94C-355B-A033-C107-A15F252ED4E9}"/>
                  </a:ext>
                </a:extLst>
              </p:cNvPr>
              <p:cNvSpPr txBox="1"/>
              <p:nvPr/>
            </p:nvSpPr>
            <p:spPr>
              <a:xfrm>
                <a:off x="17553664" y="5634063"/>
                <a:ext cx="1468672" cy="4508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700" dirty="0">
                    <a:solidFill>
                      <a:schemeClr val="tx2"/>
                    </a:solidFill>
                    <a:latin typeface="NVIDIA Sans Light" panose="020B0303020203020204" pitchFamily="34" charset="0"/>
                    <a:cs typeface="NVIDIA Sans Light" panose="020B0303020203020204" pitchFamily="34" charset="0"/>
                  </a:rPr>
                  <a:t>“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53008A-080C-E6EB-F461-AAEE45CA3F36}"/>
                  </a:ext>
                </a:extLst>
              </p:cNvPr>
              <p:cNvSpPr txBox="1"/>
              <p:nvPr/>
            </p:nvSpPr>
            <p:spPr>
              <a:xfrm rot="10800000">
                <a:off x="17582278" y="11227988"/>
                <a:ext cx="1468672" cy="4508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700" dirty="0">
                    <a:solidFill>
                      <a:schemeClr val="tx2"/>
                    </a:solidFill>
                    <a:latin typeface="NVIDIA Sans Light" panose="020B0303020203020204" pitchFamily="34" charset="0"/>
                    <a:cs typeface="NVIDIA Sans Light" panose="020B0303020203020204" pitchFamily="34" charset="0"/>
                  </a:rPr>
                  <a:t>“</a:t>
                </a:r>
              </a:p>
            </p:txBody>
          </p:sp>
        </p:grp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CA9062D-3F8E-0EB7-7655-3FE2E71A904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7454586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BE2AF76-DB4B-F5A7-4606-B9F28CFDFBB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7454586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972D99F-325B-F312-0F24-EB70E5069E0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15144241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81431FB-5B38-A226-873D-9860A5EFE69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15144241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4406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FFE7366-C86A-7B24-4079-3556645CE52B}"/>
              </a:ext>
            </a:extLst>
          </p:cNvPr>
          <p:cNvSpPr/>
          <p:nvPr userDrawn="1"/>
        </p:nvSpPr>
        <p:spPr>
          <a:xfrm>
            <a:off x="17204620" y="5394960"/>
            <a:ext cx="566928" cy="151790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FF39F7-6D39-E797-5348-2E9A9D5D2F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4352" t="9168" r="17269" b="9409"/>
          <a:stretch/>
        </p:blipFill>
        <p:spPr>
          <a:xfrm>
            <a:off x="0" y="0"/>
            <a:ext cx="17239129" cy="2057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88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60ED5B-D8C2-6478-85A0-E349332E72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425" t="2855" r="30531" b="36101"/>
          <a:stretch/>
        </p:blipFill>
        <p:spPr>
          <a:xfrm>
            <a:off x="1" y="1"/>
            <a:ext cx="36576000" cy="20574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6AD3F4-3771-EC4B-882B-5E3EA6379A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3866" y="1865236"/>
            <a:ext cx="18476688" cy="59436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buFontTx/>
              <a:buNone/>
              <a:defRPr lang="en-US" sz="9000" b="1" kern="0" cap="none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Trebuchet MS" panose="020B0603020202020204" pitchFamily="34" charset="0"/>
                <a:ea typeface="+mj-ea"/>
                <a:cs typeface="+mj-cs"/>
              </a:defRPr>
            </a:lvl2pPr>
            <a:lvl3pPr marL="4883584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Trebuchet MS" panose="020B0603020202020204" pitchFamily="34" charset="0"/>
                <a:ea typeface="+mj-ea"/>
                <a:cs typeface="+mj-cs"/>
              </a:defRPr>
            </a:lvl3pPr>
            <a:lvl4pPr marL="6933729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Trebuchet MS" panose="020B0603020202020204" pitchFamily="34" charset="0"/>
                <a:ea typeface="+mj-ea"/>
                <a:cs typeface="+mj-cs"/>
              </a:defRPr>
            </a:lvl4pPr>
            <a:lvl5pPr marL="8471409" indent="0">
              <a:buFontTx/>
              <a:buNone/>
              <a:defRPr lang="en-US" sz="8000" b="1" kern="0" cap="all" baseline="0" dirty="0">
                <a:solidFill>
                  <a:schemeClr val="tx1"/>
                </a:solidFill>
                <a:latin typeface="Trebuchet MS" panose="020B0603020202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1690F0-C869-92D8-B1E3-3151C511786C}"/>
              </a:ext>
            </a:extLst>
          </p:cNvPr>
          <p:cNvSpPr/>
          <p:nvPr userDrawn="1"/>
        </p:nvSpPr>
        <p:spPr>
          <a:xfrm>
            <a:off x="-1" y="0"/>
            <a:ext cx="566928" cy="74980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221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bar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068417-0A49-4E97-BD32-9EE897037421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rgbClr val="9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CE798D4-9140-2EC5-6DC9-6C6A5F573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34260" y="10771999"/>
            <a:ext cx="22733876" cy="547618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0"/>
              </a:spcBef>
              <a:buFontTx/>
              <a:buNone/>
              <a:defRPr sz="4400" cap="none" baseline="0">
                <a:solidFill>
                  <a:schemeClr val="tx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DINPro-Medium" panose="02000503030000020004" pitchFamily="50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DINPro-Medium" panose="02000503030000020004" pitchFamily="50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Edit Text Style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FAAD9D4-FB4F-9DA0-9C5E-7AD5B9D1B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4260" y="9024760"/>
            <a:ext cx="22733877" cy="1754266"/>
          </a:xfrm>
          <a:prstGeom prst="rect">
            <a:avLst/>
          </a:prstGeom>
        </p:spPr>
        <p:txBody>
          <a:bodyPr/>
          <a:lstStyle>
            <a:lvl1pPr algn="l">
              <a:defRPr sz="12000" b="0" cap="none">
                <a:solidFill>
                  <a:schemeClr val="tx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</a:lstStyle>
          <a:p>
            <a:r>
              <a:rPr lang="en-US" dirty="0"/>
              <a:t>Click to add text</a:t>
            </a:r>
          </a:p>
        </p:txBody>
      </p:sp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71DC9D6B-A1D3-6E9D-3F5B-25ABC3B87F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93140" y="6248046"/>
            <a:ext cx="2357259" cy="235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405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F7E653-B7EE-05E2-34FD-F035A4A64F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" y="0"/>
            <a:ext cx="36576001" cy="20574000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72A4F396-AF1A-AFD8-3D29-A26B64BFC4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27" y="2587248"/>
            <a:ext cx="8439773" cy="290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155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_ICON_Title, Subtitle, and Content">
  <p:cSld name="BULLET_ICON_Title, Subtitle,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>
            <a:spLocks noGrp="1"/>
          </p:cNvSpPr>
          <p:nvPr>
            <p:ph type="title"/>
          </p:nvPr>
        </p:nvSpPr>
        <p:spPr>
          <a:xfrm>
            <a:off x="1661160" y="1737363"/>
            <a:ext cx="33253680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6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body" idx="1"/>
          </p:nvPr>
        </p:nvSpPr>
        <p:spPr>
          <a:xfrm>
            <a:off x="1722500" y="7010118"/>
            <a:ext cx="33162240" cy="12396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914400" lvl="0" indent="-6858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•"/>
              <a:defRPr sz="4800">
                <a:solidFill>
                  <a:schemeClr val="accent4"/>
                </a:solidFill>
              </a:defRPr>
            </a:lvl1pPr>
            <a:lvl2pPr marL="1828800" lvl="1" indent="-6477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rebuchet MS"/>
              <a:buChar char="•"/>
              <a:defRPr sz="4000">
                <a:solidFill>
                  <a:schemeClr val="accent4"/>
                </a:solidFill>
              </a:defRPr>
            </a:lvl2pPr>
            <a:lvl3pPr marL="2743200" lvl="2" indent="-62865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Trebuchet MS"/>
              <a:buChar char="•"/>
              <a:defRPr sz="3600">
                <a:solidFill>
                  <a:schemeClr val="accent4"/>
                </a:solidFill>
              </a:defRPr>
            </a:lvl3pPr>
            <a:lvl4pPr marL="3657600" lvl="3" indent="-609600" algn="l"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Char char="•"/>
              <a:defRPr sz="3200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4572000" lvl="4" indent="-880490" algn="l">
              <a:spcBef>
                <a:spcPts val="1334"/>
              </a:spcBef>
              <a:spcAft>
                <a:spcPts val="0"/>
              </a:spcAft>
              <a:buClr>
                <a:schemeClr val="dk1"/>
              </a:buClr>
              <a:buSzPts val="3333"/>
              <a:buFont typeface="Noto Sans Symbols"/>
              <a:buChar char="▪"/>
              <a:defRPr>
                <a:solidFill>
                  <a:schemeClr val="lt1"/>
                </a:solidFill>
              </a:defRPr>
            </a:lvl5pPr>
            <a:lvl6pPr marL="5486400" lvl="5" indent="-685800" algn="l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6400800" lvl="6" indent="-685800" algn="l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7315200" lvl="7" indent="-685800" algn="l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8229600" lvl="8" indent="-685800" algn="l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body" idx="2"/>
          </p:nvPr>
        </p:nvSpPr>
        <p:spPr>
          <a:xfrm>
            <a:off x="1661160" y="3627122"/>
            <a:ext cx="33253680" cy="1751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914400" lvl="0" indent="-45720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3000"/>
              <a:buFont typeface="Trebuchet MS"/>
              <a:buNone/>
              <a:defRPr sz="60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1828800" lvl="1" indent="-45720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4667"/>
              <a:buFont typeface="Trebuchet MS"/>
              <a:buNone/>
              <a:defRPr sz="9334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2743200" lvl="2" indent="-45720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4667"/>
              <a:buFont typeface="Trebuchet MS"/>
              <a:buNone/>
              <a:defRPr sz="9334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3657600" lvl="3" indent="-457200" algn="ctr">
              <a:spcBef>
                <a:spcPts val="3000"/>
              </a:spcBef>
              <a:spcAft>
                <a:spcPts val="0"/>
              </a:spcAft>
              <a:buClr>
                <a:schemeClr val="lt2"/>
              </a:buClr>
              <a:buSzPts val="4667"/>
              <a:buFont typeface="Trebuchet MS"/>
              <a:buNone/>
              <a:defRPr sz="9334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4572000" lvl="4" indent="-457200" algn="ctr">
              <a:spcBef>
                <a:spcPts val="1866"/>
              </a:spcBef>
              <a:spcAft>
                <a:spcPts val="0"/>
              </a:spcAft>
              <a:buClr>
                <a:schemeClr val="lt2"/>
              </a:buClr>
              <a:buSzPts val="4667"/>
              <a:buFont typeface="Trebuchet MS"/>
              <a:buNone/>
              <a:defRPr sz="9334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5486400" lvl="5" indent="-685800" algn="l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6400800" lvl="6" indent="-685800" algn="l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7315200" lvl="7" indent="-685800" algn="l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8229600" lvl="8" indent="-685800" algn="l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5897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Content - NO LOGO &amp; PAGE NUMBER">
  <p:cSld name="Title, Subtitle, Content - NO LOGO &amp; PAGE NUMB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>
            <a:spLocks noGrp="1"/>
          </p:cNvSpPr>
          <p:nvPr>
            <p:ph type="title"/>
          </p:nvPr>
        </p:nvSpPr>
        <p:spPr>
          <a:xfrm>
            <a:off x="1661160" y="1737363"/>
            <a:ext cx="33253680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6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body" idx="1"/>
          </p:nvPr>
        </p:nvSpPr>
        <p:spPr>
          <a:xfrm>
            <a:off x="1706880" y="7010119"/>
            <a:ext cx="33162240" cy="12312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914400" lvl="0" indent="-457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  <a:defRPr sz="4800">
                <a:solidFill>
                  <a:schemeClr val="accent4"/>
                </a:solidFill>
              </a:defRPr>
            </a:lvl1pPr>
            <a:lvl2pPr marL="1828800" lvl="1" indent="-457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  <a:defRPr sz="4000">
                <a:solidFill>
                  <a:schemeClr val="accent4"/>
                </a:solidFill>
              </a:defRPr>
            </a:lvl2pPr>
            <a:lvl3pPr marL="2743200" lvl="2" indent="-457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3600">
                <a:solidFill>
                  <a:schemeClr val="accent4"/>
                </a:solidFill>
              </a:defRPr>
            </a:lvl3pPr>
            <a:lvl4pPr marL="3657600" lvl="3" indent="-838200" algn="l"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Char char="▪"/>
              <a:defRPr sz="6000">
                <a:solidFill>
                  <a:schemeClr val="lt1"/>
                </a:solidFill>
              </a:defRPr>
            </a:lvl4pPr>
            <a:lvl5pPr marL="4572000" lvl="4" indent="-880490" algn="l">
              <a:spcBef>
                <a:spcPts val="1334"/>
              </a:spcBef>
              <a:spcAft>
                <a:spcPts val="0"/>
              </a:spcAft>
              <a:buClr>
                <a:schemeClr val="dk1"/>
              </a:buClr>
              <a:buSzPts val="3333"/>
              <a:buFont typeface="Noto Sans Symbols"/>
              <a:buChar char="▪"/>
              <a:defRPr>
                <a:solidFill>
                  <a:schemeClr val="lt1"/>
                </a:solidFill>
              </a:defRPr>
            </a:lvl5pPr>
            <a:lvl6pPr marL="5486400" lvl="5" indent="-685800" algn="l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6400800" lvl="6" indent="-685800" algn="l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7315200" lvl="7" indent="-685800" algn="l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8229600" lvl="8" indent="-685800" algn="l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body" idx="2"/>
          </p:nvPr>
        </p:nvSpPr>
        <p:spPr>
          <a:xfrm>
            <a:off x="1661160" y="3627122"/>
            <a:ext cx="33253680" cy="1751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914400" lvl="0" indent="-45720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3000"/>
              <a:buFont typeface="Trebuchet MS"/>
              <a:buNone/>
              <a:defRPr sz="60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1828800" lvl="1" indent="-45720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4667"/>
              <a:buFont typeface="Trebuchet MS"/>
              <a:buNone/>
              <a:defRPr sz="9334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2743200" lvl="2" indent="-45720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4667"/>
              <a:buFont typeface="Trebuchet MS"/>
              <a:buNone/>
              <a:defRPr sz="9334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3657600" lvl="3" indent="-457200" algn="ctr">
              <a:spcBef>
                <a:spcPts val="3000"/>
              </a:spcBef>
              <a:spcAft>
                <a:spcPts val="0"/>
              </a:spcAft>
              <a:buClr>
                <a:schemeClr val="lt2"/>
              </a:buClr>
              <a:buSzPts val="4667"/>
              <a:buFont typeface="Trebuchet MS"/>
              <a:buNone/>
              <a:defRPr sz="9334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4572000" lvl="4" indent="-457200" algn="ctr">
              <a:spcBef>
                <a:spcPts val="1866"/>
              </a:spcBef>
              <a:spcAft>
                <a:spcPts val="0"/>
              </a:spcAft>
              <a:buClr>
                <a:schemeClr val="lt2"/>
              </a:buClr>
              <a:buSzPts val="4667"/>
              <a:buFont typeface="Trebuchet MS"/>
              <a:buNone/>
              <a:defRPr sz="9334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5486400" lvl="5" indent="-685800" algn="l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6400800" lvl="6" indent="-685800" algn="l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7315200" lvl="7" indent="-685800" algn="l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8229600" lvl="8" indent="-685800" algn="l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/>
          <p:nvPr/>
        </p:nvSpPr>
        <p:spPr>
          <a:xfrm>
            <a:off x="32893646" y="19432935"/>
            <a:ext cx="3682356" cy="114106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5596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1DA1210-4468-5B83-C91A-BBA62AF1227D}"/>
              </a:ext>
            </a:extLst>
          </p:cNvPr>
          <p:cNvGrpSpPr/>
          <p:nvPr userDrawn="1"/>
        </p:nvGrpSpPr>
        <p:grpSpPr>
          <a:xfrm>
            <a:off x="34061399" y="19504414"/>
            <a:ext cx="2514601" cy="1072783"/>
            <a:chOff x="34061399" y="19504414"/>
            <a:chExt cx="2514601" cy="107278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76547AF-589A-45F3-BD57-EACA3BF60CFD}"/>
                </a:ext>
              </a:extLst>
            </p:cNvPr>
            <p:cNvSpPr/>
            <p:nvPr userDrawn="1"/>
          </p:nvSpPr>
          <p:spPr>
            <a:xfrm>
              <a:off x="36420552" y="19687526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Trebuchet MS" panose="020B0603020202020204" pitchFamily="34" charset="0"/>
              </a:endParaRPr>
            </a:p>
          </p:txBody>
        </p:sp>
        <p:pic>
          <p:nvPicPr>
            <p:cNvPr id="9" name="Picture 8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0F64E9CA-B4B2-365B-092F-3051F7475EA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61399" y="19504414"/>
              <a:ext cx="2003438" cy="69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2407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722" r:id="rId3"/>
    <p:sldLayoutId id="2147483718" r:id="rId4"/>
    <p:sldLayoutId id="2147483681" r:id="rId5"/>
    <p:sldLayoutId id="2147483680" r:id="rId6"/>
    <p:sldLayoutId id="2147483682" r:id="rId7"/>
    <p:sldLayoutId id="2147483683" r:id="rId8"/>
    <p:sldLayoutId id="2147483705" r:id="rId9"/>
    <p:sldLayoutId id="2147483685" r:id="rId10"/>
    <p:sldLayoutId id="2147483686" r:id="rId11"/>
    <p:sldLayoutId id="2147483687" r:id="rId12"/>
    <p:sldLayoutId id="2147483691" r:id="rId13"/>
    <p:sldLayoutId id="2147483688" r:id="rId14"/>
    <p:sldLayoutId id="2147483690" r:id="rId15"/>
    <p:sldLayoutId id="2147483689" r:id="rId16"/>
    <p:sldLayoutId id="2147483692" r:id="rId17"/>
    <p:sldLayoutId id="2147483693" r:id="rId18"/>
    <p:sldLayoutId id="2147483723" r:id="rId19"/>
    <p:sldLayoutId id="2147483709" r:id="rId20"/>
    <p:sldLayoutId id="2147483710" r:id="rId21"/>
    <p:sldLayoutId id="2147483711" r:id="rId22"/>
    <p:sldLayoutId id="2147483712" r:id="rId23"/>
    <p:sldLayoutId id="2147483713" r:id="rId24"/>
    <p:sldLayoutId id="2147483714" r:id="rId25"/>
    <p:sldLayoutId id="2147483715" r:id="rId26"/>
    <p:sldLayoutId id="2147483716" r:id="rId27"/>
    <p:sldLayoutId id="2147483717" r:id="rId28"/>
    <p:sldLayoutId id="2147483695" r:id="rId29"/>
    <p:sldLayoutId id="2147483721" r:id="rId30"/>
    <p:sldLayoutId id="2147483694" r:id="rId31"/>
    <p:sldLayoutId id="2147483719" r:id="rId32"/>
    <p:sldLayoutId id="2147483720" r:id="rId33"/>
    <p:sldLayoutId id="2147483672" r:id="rId34"/>
    <p:sldLayoutId id="2147483708" r:id="rId35"/>
    <p:sldLayoutId id="2147483678" r:id="rId36"/>
    <p:sldLayoutId id="2147483679" r:id="rId37"/>
    <p:sldLayoutId id="2147483676" r:id="rId38"/>
    <p:sldLayoutId id="2147483684" r:id="rId39"/>
    <p:sldLayoutId id="2147483725" r:id="rId40"/>
    <p:sldLayoutId id="2147483726" r:id="rId4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ctr" defTabSz="2743200" rtl="0" eaLnBrk="1" latinLnBrk="0" hangingPunct="1">
        <a:lnSpc>
          <a:spcPct val="90000"/>
        </a:lnSpc>
        <a:spcBef>
          <a:spcPct val="0"/>
        </a:spcBef>
        <a:buNone/>
        <a:defRPr sz="7200" b="1" kern="1200" cap="none" baseline="0">
          <a:solidFill>
            <a:schemeClr val="bg1"/>
          </a:solidFill>
          <a:latin typeface="NVIDIA Sans" panose="020B0503020203020204" pitchFamily="34" charset="0"/>
          <a:ea typeface="+mj-ea"/>
          <a:cs typeface="NVIDIA Sans" panose="020B0503020203020204" pitchFamily="34" charset="0"/>
        </a:defRPr>
      </a:lvl1pPr>
    </p:titleStyle>
    <p:bodyStyle>
      <a:lvl1pPr marL="685800" indent="-685800" algn="l" defTabSz="2743200" rtl="0" eaLnBrk="1" latinLnBrk="0" hangingPunct="1">
        <a:lnSpc>
          <a:spcPct val="90000"/>
        </a:lnSpc>
        <a:spcBef>
          <a:spcPts val="3000"/>
        </a:spcBef>
        <a:buFont typeface="Arial" panose="020B0604020202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6C5838-5B15-4295-A6AB-336C440348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Inception Capital Connect Summary Deck -</a:t>
            </a:r>
            <a:br>
              <a:rPr lang="en-US" dirty="0"/>
            </a:br>
            <a:r>
              <a:rPr lang="en-US" sz="9600" dirty="0">
                <a:solidFill>
                  <a:srgbClr val="ED37A4"/>
                </a:solidFill>
                <a:latin typeface="Barlow Medium"/>
                <a:ea typeface="Barlow Medium"/>
                <a:cs typeface="Barlow Medium"/>
                <a:sym typeface="Barlow Medium"/>
              </a:rPr>
              <a:t>Your Company Name Here</a:t>
            </a:r>
            <a:br>
              <a:rPr lang="en-US" sz="2400" dirty="0">
                <a:solidFill>
                  <a:srgbClr val="ED37A4"/>
                </a:solidFill>
                <a:latin typeface="Barlow Medium"/>
                <a:ea typeface="Barlow Medium"/>
                <a:cs typeface="Barlow Medium"/>
                <a:sym typeface="Barlow Medium"/>
              </a:rPr>
            </a:br>
            <a:endParaRPr lang="en-US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4C4E44C6-E88C-4CDE-9E6A-035AA5A6FA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3012" y="17790761"/>
            <a:ext cx="27432000" cy="1703832"/>
          </a:xfrm>
        </p:spPr>
        <p:txBody>
          <a:bodyPr>
            <a:normAutofit fontScale="77500" lnSpcReduction="20000"/>
          </a:bodyPr>
          <a:lstStyle/>
          <a:p>
            <a:pPr marL="914400" indent="-457200">
              <a:lnSpc>
                <a:spcPct val="90000"/>
              </a:lnSpc>
              <a:spcBef>
                <a:spcPts val="1666"/>
              </a:spcBef>
              <a:buClr>
                <a:schemeClr val="dk1"/>
              </a:buClr>
              <a:buSzPts val="2000"/>
            </a:pPr>
            <a:r>
              <a:rPr lang="en-US" sz="4400" dirty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Date: </a:t>
            </a:r>
            <a:r>
              <a:rPr lang="en-US" sz="4400" dirty="0">
                <a:solidFill>
                  <a:srgbClr val="ED37A4"/>
                </a:solidFill>
                <a:latin typeface="Trebuchet MS"/>
                <a:ea typeface="Trebuchet MS"/>
                <a:cs typeface="Trebuchet MS"/>
                <a:sym typeface="Trebuchet MS"/>
              </a:rPr>
              <a:t>Submission Date</a:t>
            </a:r>
            <a:endParaRPr lang="en-US" sz="4400" dirty="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914400" indent="-457200">
              <a:lnSpc>
                <a:spcPct val="90000"/>
              </a:lnSpc>
              <a:spcBef>
                <a:spcPts val="1666"/>
              </a:spcBef>
              <a:buClr>
                <a:schemeClr val="dk1"/>
              </a:buClr>
              <a:buSzPts val="2000"/>
            </a:pPr>
            <a:r>
              <a:rPr lang="en-US" sz="4400" dirty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Website: </a:t>
            </a:r>
            <a:r>
              <a:rPr lang="en-US" sz="4400" dirty="0">
                <a:solidFill>
                  <a:srgbClr val="ED37A4"/>
                </a:solidFill>
                <a:latin typeface="Trebuchet MS"/>
                <a:ea typeface="Trebuchet MS"/>
                <a:cs typeface="Trebuchet MS"/>
                <a:sym typeface="Trebuchet MS"/>
              </a:rPr>
              <a:t>Your Website</a:t>
            </a:r>
            <a:endParaRPr lang="en-US" sz="4400" dirty="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914400" indent="-457200">
              <a:lnSpc>
                <a:spcPct val="90000"/>
              </a:lnSpc>
              <a:spcBef>
                <a:spcPts val="1666"/>
              </a:spcBef>
              <a:buClr>
                <a:schemeClr val="dk1"/>
              </a:buClr>
              <a:buSzPts val="2000"/>
            </a:pPr>
            <a:r>
              <a:rPr lang="en-US" sz="4400" dirty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Founders: </a:t>
            </a:r>
            <a:r>
              <a:rPr lang="en-US" sz="4400" dirty="0">
                <a:solidFill>
                  <a:srgbClr val="ED37A4"/>
                </a:solidFill>
                <a:latin typeface="Trebuchet MS"/>
                <a:ea typeface="Trebuchet MS"/>
                <a:cs typeface="Trebuchet MS"/>
                <a:sym typeface="Trebuchet MS"/>
              </a:rPr>
              <a:t>You Founders’ names</a:t>
            </a:r>
            <a:endParaRPr lang="en-US" sz="4400" dirty="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" name="Subtitle 9">
            <a:extLst>
              <a:ext uri="{FF2B5EF4-FFF2-40B4-BE49-F238E27FC236}">
                <a16:creationId xmlns:a16="http://schemas.microsoft.com/office/drawing/2014/main" id="{75D7D9CC-B050-BBCD-3E99-8A8B2BF136E4}"/>
              </a:ext>
            </a:extLst>
          </p:cNvPr>
          <p:cNvSpPr txBox="1">
            <a:spLocks/>
          </p:cNvSpPr>
          <p:nvPr/>
        </p:nvSpPr>
        <p:spPr>
          <a:xfrm>
            <a:off x="8608756" y="3455486"/>
            <a:ext cx="12605324" cy="17038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2743200" rtl="0" eaLnBrk="1" latinLnBrk="0" hangingPunct="1">
              <a:lnSpc>
                <a:spcPct val="90000"/>
              </a:lnSpc>
              <a:spcBef>
                <a:spcPts val="3000"/>
              </a:spcBef>
              <a:buFont typeface="Arial" panose="020B0604020202020204" pitchFamily="34" charset="0"/>
              <a:buNone/>
              <a:defRPr sz="4400" b="0" kern="1200" cap="none" baseline="0">
                <a:solidFill>
                  <a:schemeClr val="tx1"/>
                </a:solidFill>
                <a:latin typeface="NVIDIA Sans" panose="020B0503020203020204" pitchFamily="34" charset="0"/>
                <a:ea typeface="+mn-ea"/>
                <a:cs typeface="NVIDIA Sans" panose="020B0503020203020204" pitchFamily="34" charset="0"/>
              </a:defRPr>
            </a:lvl1pPr>
            <a:lvl2pPr marL="1371600" indent="0" algn="ctr" defTabSz="27432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sz="6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0" indent="0" algn="ctr" defTabSz="27432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114800" indent="0" algn="ctr" defTabSz="27432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86400" indent="0" algn="ctr" defTabSz="27432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858000" indent="0" algn="ctr" defTabSz="27432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229600" indent="0" algn="ctr" defTabSz="27432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601200" indent="0" algn="ctr" defTabSz="27432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972800" indent="0" algn="ctr" defTabSz="27432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0" dirty="0">
                <a:latin typeface="+mj-lt"/>
              </a:rPr>
              <a:t>Inception VC Alliance</a:t>
            </a:r>
          </a:p>
        </p:txBody>
      </p:sp>
      <p:sp>
        <p:nvSpPr>
          <p:cNvPr id="3" name="Google Shape;359;p1">
            <a:extLst>
              <a:ext uri="{FF2B5EF4-FFF2-40B4-BE49-F238E27FC236}">
                <a16:creationId xmlns:a16="http://schemas.microsoft.com/office/drawing/2014/main" id="{FC4656A8-D008-7E91-28E7-0718B78D8314}"/>
              </a:ext>
            </a:extLst>
          </p:cNvPr>
          <p:cNvSpPr txBox="1"/>
          <p:nvPr/>
        </p:nvSpPr>
        <p:spPr>
          <a:xfrm>
            <a:off x="1513012" y="4882021"/>
            <a:ext cx="14480640" cy="1987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b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12000" b="1" i="1" dirty="0">
                <a:solidFill>
                  <a:srgbClr val="ED37A4"/>
                </a:solidFill>
                <a:latin typeface="Trebuchet MS"/>
                <a:ea typeface="Trebuchet MS"/>
                <a:cs typeface="Trebuchet MS"/>
                <a:sym typeface="Trebuchet MS"/>
              </a:rPr>
              <a:t>YOUR  LOGO HERE</a:t>
            </a:r>
            <a:endParaRPr sz="12000" b="1" dirty="0">
              <a:solidFill>
                <a:srgbClr val="ED37A4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" name="Google Shape;360;p1">
            <a:extLst>
              <a:ext uri="{FF2B5EF4-FFF2-40B4-BE49-F238E27FC236}">
                <a16:creationId xmlns:a16="http://schemas.microsoft.com/office/drawing/2014/main" id="{F4CA32E8-527F-F859-8E9B-0B357467E951}"/>
              </a:ext>
            </a:extLst>
          </p:cNvPr>
          <p:cNvSpPr/>
          <p:nvPr/>
        </p:nvSpPr>
        <p:spPr>
          <a:xfrm>
            <a:off x="21230493" y="5627077"/>
            <a:ext cx="10433538" cy="3188678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ED37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algn="ctr"/>
            <a:r>
              <a:rPr lang="en-US" sz="3600" dirty="0">
                <a:solidFill>
                  <a:srgbClr val="ED37A4"/>
                </a:solidFill>
                <a:latin typeface="Arial"/>
                <a:ea typeface="Arial"/>
                <a:cs typeface="Arial"/>
                <a:sym typeface="Arial"/>
              </a:rPr>
              <a:t>Everything pink must be replaced with your start-up’s information. Feel free to add graphics and pictures. Please keep the Trebuchet MS (Body) font. We recommend either using </a:t>
            </a:r>
            <a:r>
              <a:rPr lang="en-US" sz="3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black</a:t>
            </a:r>
            <a:r>
              <a:rPr lang="en-US" sz="3600" dirty="0">
                <a:solidFill>
                  <a:srgbClr val="ED37A4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6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grey</a:t>
            </a:r>
            <a:r>
              <a:rPr lang="en-US" sz="3600" dirty="0">
                <a:solidFill>
                  <a:srgbClr val="ED37A4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lang="en-US" sz="3600" dirty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green</a:t>
            </a:r>
            <a:r>
              <a:rPr lang="en-US" sz="3600" dirty="0">
                <a:solidFill>
                  <a:srgbClr val="ED37A4"/>
                </a:solidFill>
                <a:latin typeface="Arial"/>
                <a:ea typeface="Arial"/>
                <a:cs typeface="Arial"/>
                <a:sym typeface="Arial"/>
              </a:rPr>
              <a:t>. Delete this box when the presentation is final</a:t>
            </a:r>
            <a:endParaRPr sz="3600" dirty="0">
              <a:solidFill>
                <a:srgbClr val="ED37A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34594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"/>
          <p:cNvSpPr txBox="1">
            <a:spLocks noGrp="1"/>
          </p:cNvSpPr>
          <p:nvPr>
            <p:ph type="title"/>
          </p:nvPr>
        </p:nvSpPr>
        <p:spPr>
          <a:xfrm>
            <a:off x="1661160" y="1737363"/>
            <a:ext cx="33253680" cy="196977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82850" tIns="91400" rIns="182850" bIns="91400" rtlCol="0" anchor="b" anchorCtr="0">
            <a:noAutofit/>
          </a:bodyPr>
          <a:lstStyle/>
          <a:p>
            <a:r>
              <a:rPr lang="en-US" b="1" dirty="0"/>
              <a:t>Company Summary</a:t>
            </a:r>
            <a:endParaRPr dirty="0"/>
          </a:p>
        </p:txBody>
      </p:sp>
      <p:sp>
        <p:nvSpPr>
          <p:cNvPr id="366" name="Google Shape;366;p2"/>
          <p:cNvSpPr txBox="1">
            <a:spLocks noGrp="1"/>
          </p:cNvSpPr>
          <p:nvPr>
            <p:ph type="body" idx="1"/>
          </p:nvPr>
        </p:nvSpPr>
        <p:spPr>
          <a:xfrm>
            <a:off x="1722500" y="7010118"/>
            <a:ext cx="33162240" cy="12396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767308" indent="-767308">
              <a:spcBef>
                <a:spcPts val="0"/>
              </a:spcBef>
              <a:buSzPts val="2700"/>
            </a:pPr>
            <a:r>
              <a:rPr lang="en-US" sz="7200" dirty="0">
                <a:solidFill>
                  <a:srgbClr val="ED37A4"/>
                </a:solidFill>
              </a:rPr>
              <a:t>Who are you?</a:t>
            </a:r>
            <a:endParaRPr dirty="0"/>
          </a:p>
          <a:p>
            <a:pPr marL="0" indent="0">
              <a:spcBef>
                <a:spcPts val="6000"/>
              </a:spcBef>
              <a:buSzPts val="2700"/>
              <a:buNone/>
            </a:pPr>
            <a:endParaRPr sz="7200" dirty="0"/>
          </a:p>
          <a:p>
            <a:pPr marL="767308" indent="-767308">
              <a:spcBef>
                <a:spcPts val="6000"/>
              </a:spcBef>
              <a:buSzPts val="2700"/>
            </a:pPr>
            <a:r>
              <a:rPr lang="en-US" sz="7200" dirty="0">
                <a:solidFill>
                  <a:srgbClr val="ED37A4"/>
                </a:solidFill>
              </a:rPr>
              <a:t>Company history</a:t>
            </a:r>
            <a:endParaRPr dirty="0"/>
          </a:p>
          <a:p>
            <a:pPr marL="767308" indent="-424408">
              <a:spcBef>
                <a:spcPts val="6000"/>
              </a:spcBef>
              <a:buSzPts val="2700"/>
              <a:buNone/>
            </a:pPr>
            <a:endParaRPr sz="7200" dirty="0"/>
          </a:p>
          <a:p>
            <a:pPr marL="767308" indent="-767308">
              <a:spcBef>
                <a:spcPts val="6000"/>
              </a:spcBef>
              <a:buSzPts val="2700"/>
            </a:pPr>
            <a:r>
              <a:rPr lang="en-US" sz="7200" dirty="0">
                <a:solidFill>
                  <a:srgbClr val="ED37A4"/>
                </a:solidFill>
              </a:rPr>
              <a:t>Key details about your start-up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"/>
          <p:cNvSpPr txBox="1">
            <a:spLocks noGrp="1"/>
          </p:cNvSpPr>
          <p:nvPr>
            <p:ph type="title"/>
          </p:nvPr>
        </p:nvSpPr>
        <p:spPr>
          <a:xfrm>
            <a:off x="1661160" y="1737363"/>
            <a:ext cx="33253680" cy="196977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82850" tIns="91400" rIns="182850" bIns="91400" rtlCol="0" anchor="b" anchorCtr="0">
            <a:noAutofit/>
          </a:bodyPr>
          <a:lstStyle/>
          <a:p>
            <a:r>
              <a:rPr lang="en-US" b="1" dirty="0"/>
              <a:t>The Problem</a:t>
            </a:r>
            <a:endParaRPr dirty="0"/>
          </a:p>
        </p:txBody>
      </p:sp>
      <p:sp>
        <p:nvSpPr>
          <p:cNvPr id="372" name="Google Shape;372;p3"/>
          <p:cNvSpPr txBox="1">
            <a:spLocks noGrp="1"/>
          </p:cNvSpPr>
          <p:nvPr>
            <p:ph type="body" idx="1"/>
          </p:nvPr>
        </p:nvSpPr>
        <p:spPr>
          <a:xfrm>
            <a:off x="1722500" y="7010118"/>
            <a:ext cx="33162240" cy="12396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767308" indent="-767308">
              <a:spcBef>
                <a:spcPts val="0"/>
              </a:spcBef>
              <a:buSzPts val="2700"/>
            </a:pPr>
            <a:r>
              <a:rPr lang="en-US" sz="7200">
                <a:solidFill>
                  <a:srgbClr val="ED37A4"/>
                </a:solidFill>
              </a:rPr>
              <a:t>What problem are you solving?</a:t>
            </a:r>
            <a:endParaRPr/>
          </a:p>
          <a:p>
            <a:pPr marL="0" indent="0">
              <a:spcBef>
                <a:spcPts val="6000"/>
              </a:spcBef>
              <a:buSzPts val="2700"/>
              <a:buNone/>
            </a:pPr>
            <a:endParaRPr sz="7200"/>
          </a:p>
          <a:p>
            <a:pPr marL="767308" indent="-767308">
              <a:spcBef>
                <a:spcPts val="6000"/>
              </a:spcBef>
              <a:buSzPts val="2700"/>
            </a:pPr>
            <a:r>
              <a:rPr lang="en-US" sz="7200">
                <a:solidFill>
                  <a:srgbClr val="ED37A4"/>
                </a:solidFill>
              </a:rPr>
              <a:t>Why is this problem important?</a:t>
            </a:r>
            <a:endParaRPr/>
          </a:p>
          <a:p>
            <a:pPr marL="767308" indent="-424408">
              <a:spcBef>
                <a:spcPts val="6000"/>
              </a:spcBef>
              <a:buSzPts val="2700"/>
              <a:buNone/>
            </a:pPr>
            <a:endParaRPr sz="7200"/>
          </a:p>
          <a:p>
            <a:pPr marL="767308" indent="-767308">
              <a:spcBef>
                <a:spcPts val="6000"/>
              </a:spcBef>
              <a:buSzPts val="2700"/>
            </a:pPr>
            <a:r>
              <a:rPr lang="en-US" sz="7200">
                <a:solidFill>
                  <a:srgbClr val="ED37A4"/>
                </a:solidFill>
              </a:rPr>
              <a:t>Is it a problem worth solving?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"/>
          <p:cNvSpPr txBox="1">
            <a:spLocks noGrp="1"/>
          </p:cNvSpPr>
          <p:nvPr>
            <p:ph type="title"/>
          </p:nvPr>
        </p:nvSpPr>
        <p:spPr>
          <a:xfrm>
            <a:off x="1661160" y="1737363"/>
            <a:ext cx="33253680" cy="196977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82850" tIns="91400" rIns="182850" bIns="91400" rtlCol="0" anchor="b" anchorCtr="0">
            <a:noAutofit/>
          </a:bodyPr>
          <a:lstStyle/>
          <a:p>
            <a:r>
              <a:rPr lang="en-US" b="1" dirty="0"/>
              <a:t>Your Solution</a:t>
            </a:r>
            <a:endParaRPr dirty="0"/>
          </a:p>
        </p:txBody>
      </p:sp>
      <p:sp>
        <p:nvSpPr>
          <p:cNvPr id="378" name="Google Shape;378;p4"/>
          <p:cNvSpPr txBox="1">
            <a:spLocks noGrp="1"/>
          </p:cNvSpPr>
          <p:nvPr>
            <p:ph type="body" idx="1"/>
          </p:nvPr>
        </p:nvSpPr>
        <p:spPr>
          <a:xfrm>
            <a:off x="1722500" y="7010118"/>
            <a:ext cx="33162240" cy="12396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767308" indent="-767308">
              <a:spcBef>
                <a:spcPts val="0"/>
              </a:spcBef>
              <a:buSzPts val="2700"/>
            </a:pPr>
            <a:r>
              <a:rPr lang="en-US" sz="7200">
                <a:solidFill>
                  <a:srgbClr val="ED37A4"/>
                </a:solidFill>
              </a:rPr>
              <a:t>What is your solution?</a:t>
            </a:r>
            <a:endParaRPr/>
          </a:p>
          <a:p>
            <a:pPr marL="0" indent="0">
              <a:spcBef>
                <a:spcPts val="6000"/>
              </a:spcBef>
              <a:buSzPts val="2700"/>
              <a:buNone/>
            </a:pPr>
            <a:endParaRPr sz="7200"/>
          </a:p>
          <a:p>
            <a:pPr marL="767308" indent="-767308">
              <a:spcBef>
                <a:spcPts val="6000"/>
              </a:spcBef>
              <a:buSzPts val="2700"/>
            </a:pPr>
            <a:r>
              <a:rPr lang="en-US" sz="7200">
                <a:solidFill>
                  <a:srgbClr val="ED37A4"/>
                </a:solidFill>
              </a:rPr>
              <a:t>How effective is your solution?</a:t>
            </a:r>
            <a:endParaRPr/>
          </a:p>
          <a:p>
            <a:pPr marL="767308" indent="-424408">
              <a:spcBef>
                <a:spcPts val="6000"/>
              </a:spcBef>
              <a:buSzPts val="2700"/>
              <a:buNone/>
            </a:pPr>
            <a:endParaRPr sz="7200"/>
          </a:p>
          <a:p>
            <a:pPr marL="767308" indent="-767308">
              <a:spcBef>
                <a:spcPts val="6000"/>
              </a:spcBef>
              <a:buSzPts val="2700"/>
            </a:pPr>
            <a:r>
              <a:rPr lang="en-US" sz="7200">
                <a:solidFill>
                  <a:srgbClr val="ED37A4"/>
                </a:solidFill>
              </a:rPr>
              <a:t>Is your solution scalable and affordable?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"/>
          <p:cNvSpPr txBox="1">
            <a:spLocks noGrp="1"/>
          </p:cNvSpPr>
          <p:nvPr>
            <p:ph type="title"/>
          </p:nvPr>
        </p:nvSpPr>
        <p:spPr>
          <a:xfrm>
            <a:off x="1661160" y="1737363"/>
            <a:ext cx="33253680" cy="196977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82850" tIns="91400" rIns="182850" bIns="91400" rtlCol="0" anchor="b" anchorCtr="0">
            <a:noAutofit/>
          </a:bodyPr>
          <a:lstStyle/>
          <a:p>
            <a:r>
              <a:rPr lang="en-US" b="1" dirty="0"/>
              <a:t>What Makes You Unique</a:t>
            </a:r>
            <a:endParaRPr dirty="0"/>
          </a:p>
        </p:txBody>
      </p:sp>
      <p:sp>
        <p:nvSpPr>
          <p:cNvPr id="384" name="Google Shape;384;p5"/>
          <p:cNvSpPr txBox="1">
            <a:spLocks noGrp="1"/>
          </p:cNvSpPr>
          <p:nvPr>
            <p:ph type="body" idx="1"/>
          </p:nvPr>
        </p:nvSpPr>
        <p:spPr>
          <a:xfrm>
            <a:off x="1722500" y="7010118"/>
            <a:ext cx="33162240" cy="12396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767308" indent="-767308">
              <a:spcBef>
                <a:spcPts val="0"/>
              </a:spcBef>
              <a:buSzPts val="2700"/>
            </a:pPr>
            <a:r>
              <a:rPr lang="en-US" sz="7200">
                <a:solidFill>
                  <a:srgbClr val="ED37A4"/>
                </a:solidFill>
              </a:rPr>
              <a:t>What differentiates yourself from your competition?</a:t>
            </a:r>
            <a:endParaRPr/>
          </a:p>
          <a:p>
            <a:pPr marL="0" indent="0">
              <a:spcBef>
                <a:spcPts val="6000"/>
              </a:spcBef>
              <a:buSzPts val="2700"/>
              <a:buNone/>
            </a:pPr>
            <a:endParaRPr sz="7200"/>
          </a:p>
          <a:p>
            <a:pPr marL="767308" indent="-767308">
              <a:spcBef>
                <a:spcPts val="6000"/>
              </a:spcBef>
              <a:buSzPts val="2700"/>
            </a:pPr>
            <a:r>
              <a:rPr lang="en-US" sz="7200">
                <a:solidFill>
                  <a:srgbClr val="ED37A4"/>
                </a:solidFill>
              </a:rPr>
              <a:t>What is your competitive landscape?</a:t>
            </a:r>
            <a:endParaRPr/>
          </a:p>
          <a:p>
            <a:pPr marL="767308" indent="-424408">
              <a:spcBef>
                <a:spcPts val="6000"/>
              </a:spcBef>
              <a:buSzPts val="2700"/>
              <a:buNone/>
            </a:pPr>
            <a:endParaRPr sz="7200"/>
          </a:p>
          <a:p>
            <a:pPr marL="767308" indent="-767308">
              <a:spcBef>
                <a:spcPts val="6000"/>
              </a:spcBef>
              <a:buSzPts val="2700"/>
            </a:pPr>
            <a:r>
              <a:rPr lang="en-US" sz="7200">
                <a:solidFill>
                  <a:srgbClr val="ED37A4"/>
                </a:solidFill>
              </a:rPr>
              <a:t>Is your solution easily replicable? If no, how?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"/>
          <p:cNvSpPr txBox="1">
            <a:spLocks noGrp="1"/>
          </p:cNvSpPr>
          <p:nvPr>
            <p:ph type="title"/>
          </p:nvPr>
        </p:nvSpPr>
        <p:spPr>
          <a:xfrm>
            <a:off x="1661160" y="1737363"/>
            <a:ext cx="33253680" cy="196977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82850" tIns="91400" rIns="182850" bIns="91400" rtlCol="0" anchor="b" anchorCtr="0">
            <a:noAutofit/>
          </a:bodyPr>
          <a:lstStyle/>
          <a:p>
            <a:r>
              <a:rPr lang="en-US" b="1" dirty="0"/>
              <a:t>Current Traction</a:t>
            </a:r>
            <a:endParaRPr dirty="0"/>
          </a:p>
        </p:txBody>
      </p:sp>
      <p:sp>
        <p:nvSpPr>
          <p:cNvPr id="390" name="Google Shape;390;p6"/>
          <p:cNvSpPr txBox="1">
            <a:spLocks noGrp="1"/>
          </p:cNvSpPr>
          <p:nvPr>
            <p:ph type="body" idx="1"/>
          </p:nvPr>
        </p:nvSpPr>
        <p:spPr>
          <a:xfrm>
            <a:off x="1722500" y="7010118"/>
            <a:ext cx="33162240" cy="12396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767308" indent="-767308">
              <a:spcBef>
                <a:spcPts val="0"/>
              </a:spcBef>
              <a:buSzPts val="2700"/>
            </a:pPr>
            <a:r>
              <a:rPr lang="en-US" sz="7200">
                <a:solidFill>
                  <a:srgbClr val="ED37A4"/>
                </a:solidFill>
              </a:rPr>
              <a:t>Who are your customers/partners (please keep this anonymous unless publicly posted)</a:t>
            </a:r>
            <a:endParaRPr/>
          </a:p>
          <a:p>
            <a:pPr marL="0" indent="0">
              <a:spcBef>
                <a:spcPts val="6000"/>
              </a:spcBef>
              <a:buSzPts val="2700"/>
              <a:buNone/>
            </a:pPr>
            <a:endParaRPr sz="7200"/>
          </a:p>
          <a:p>
            <a:pPr marL="767308" indent="-767308">
              <a:spcBef>
                <a:spcPts val="6000"/>
              </a:spcBef>
              <a:buSzPts val="2700"/>
            </a:pPr>
            <a:r>
              <a:rPr lang="en-US" sz="7200">
                <a:solidFill>
                  <a:srgbClr val="ED37A4"/>
                </a:solidFill>
              </a:rPr>
              <a:t>How healthy is your pipeline?</a:t>
            </a:r>
            <a:endParaRPr/>
          </a:p>
          <a:p>
            <a:pPr marL="767308" indent="-424408">
              <a:spcBef>
                <a:spcPts val="6000"/>
              </a:spcBef>
              <a:buSzPts val="2700"/>
              <a:buNone/>
            </a:pPr>
            <a:endParaRPr sz="7200"/>
          </a:p>
          <a:p>
            <a:pPr marL="767308" indent="-767308">
              <a:spcBef>
                <a:spcPts val="6000"/>
              </a:spcBef>
              <a:buSzPts val="2700"/>
            </a:pPr>
            <a:r>
              <a:rPr lang="en-US" sz="7200">
                <a:solidFill>
                  <a:srgbClr val="ED37A4"/>
                </a:solidFill>
              </a:rPr>
              <a:t>Do you have any customer feedback?</a:t>
            </a:r>
            <a:endParaRPr/>
          </a:p>
          <a:p>
            <a:pPr marL="767308" indent="-424408">
              <a:spcBef>
                <a:spcPts val="6000"/>
              </a:spcBef>
              <a:buSzPts val="2700"/>
              <a:buNone/>
            </a:pPr>
            <a:endParaRPr sz="7200">
              <a:solidFill>
                <a:srgbClr val="ED37A4"/>
              </a:solidFill>
            </a:endParaRPr>
          </a:p>
          <a:p>
            <a:pPr marL="767308" indent="-767308">
              <a:spcBef>
                <a:spcPts val="6000"/>
              </a:spcBef>
              <a:buSzPts val="2700"/>
            </a:pPr>
            <a:r>
              <a:rPr lang="en-US" sz="7200">
                <a:solidFill>
                  <a:srgbClr val="ED37A4"/>
                </a:solidFill>
              </a:rPr>
              <a:t>Any trials and POCs?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7"/>
          <p:cNvSpPr txBox="1">
            <a:spLocks noGrp="1"/>
          </p:cNvSpPr>
          <p:nvPr>
            <p:ph type="title"/>
          </p:nvPr>
        </p:nvSpPr>
        <p:spPr>
          <a:xfrm>
            <a:off x="1661160" y="1737363"/>
            <a:ext cx="33253680" cy="196977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82850" tIns="91400" rIns="182850" bIns="91400" rtlCol="0" anchor="b" anchorCtr="0">
            <a:noAutofit/>
          </a:bodyPr>
          <a:lstStyle/>
          <a:p>
            <a:r>
              <a:rPr lang="en-US" b="1" dirty="0"/>
              <a:t>Funding</a:t>
            </a:r>
            <a:endParaRPr dirty="0"/>
          </a:p>
        </p:txBody>
      </p:sp>
      <p:sp>
        <p:nvSpPr>
          <p:cNvPr id="396" name="Google Shape;396;p7"/>
          <p:cNvSpPr txBox="1">
            <a:spLocks noGrp="1"/>
          </p:cNvSpPr>
          <p:nvPr>
            <p:ph type="body" idx="1"/>
          </p:nvPr>
        </p:nvSpPr>
        <p:spPr>
          <a:xfrm>
            <a:off x="1722500" y="7010118"/>
            <a:ext cx="33162240" cy="12396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767308" indent="-767308">
              <a:spcBef>
                <a:spcPts val="0"/>
              </a:spcBef>
              <a:buSzPts val="2700"/>
            </a:pPr>
            <a:r>
              <a:rPr lang="en-US" sz="7200">
                <a:solidFill>
                  <a:srgbClr val="ED37A4"/>
                </a:solidFill>
              </a:rPr>
              <a:t>How much money have your currently raised?</a:t>
            </a:r>
            <a:endParaRPr/>
          </a:p>
          <a:p>
            <a:pPr marL="0" indent="0">
              <a:spcBef>
                <a:spcPts val="6000"/>
              </a:spcBef>
              <a:buSzPts val="2700"/>
              <a:buNone/>
            </a:pPr>
            <a:endParaRPr sz="7200"/>
          </a:p>
          <a:p>
            <a:pPr marL="767308" indent="-767308">
              <a:spcBef>
                <a:spcPts val="6000"/>
              </a:spcBef>
              <a:buSzPts val="2700"/>
            </a:pPr>
            <a:r>
              <a:rPr lang="en-US" sz="7200">
                <a:solidFill>
                  <a:srgbClr val="ED37A4"/>
                </a:solidFill>
              </a:rPr>
              <a:t>How much do you plan to raise in this round?</a:t>
            </a:r>
            <a:endParaRPr/>
          </a:p>
          <a:p>
            <a:pPr marL="767308" indent="-424408">
              <a:spcBef>
                <a:spcPts val="6000"/>
              </a:spcBef>
              <a:buSzPts val="2700"/>
              <a:buNone/>
            </a:pPr>
            <a:endParaRPr sz="7200"/>
          </a:p>
          <a:p>
            <a:pPr marL="767308" indent="-767308">
              <a:spcBef>
                <a:spcPts val="6000"/>
              </a:spcBef>
              <a:buSzPts val="2700"/>
            </a:pPr>
            <a:r>
              <a:rPr lang="en-US" sz="7200">
                <a:solidFill>
                  <a:srgbClr val="ED37A4"/>
                </a:solidFill>
              </a:rPr>
              <a:t>Why are you raising funds?</a:t>
            </a:r>
            <a:endParaRPr/>
          </a:p>
          <a:p>
            <a:pPr marL="767308" indent="-424408">
              <a:spcBef>
                <a:spcPts val="6000"/>
              </a:spcBef>
              <a:buSzPts val="2700"/>
              <a:buNone/>
            </a:pPr>
            <a:endParaRPr sz="7200">
              <a:solidFill>
                <a:srgbClr val="ED37A4"/>
              </a:solidFill>
            </a:endParaRPr>
          </a:p>
          <a:p>
            <a:pPr marL="767308" indent="-767308">
              <a:spcBef>
                <a:spcPts val="6000"/>
              </a:spcBef>
              <a:buSzPts val="2700"/>
            </a:pPr>
            <a:r>
              <a:rPr lang="en-US" sz="7200">
                <a:solidFill>
                  <a:srgbClr val="ED37A4"/>
                </a:solidFill>
              </a:rPr>
              <a:t>What will you use the funds towards?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"/>
          <p:cNvSpPr/>
          <p:nvPr/>
        </p:nvSpPr>
        <p:spPr>
          <a:xfrm>
            <a:off x="25196551" y="8024557"/>
            <a:ext cx="8573286" cy="848687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algn="ctr"/>
            <a:endParaRPr sz="3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8"/>
          <p:cNvSpPr txBox="1"/>
          <p:nvPr/>
        </p:nvSpPr>
        <p:spPr>
          <a:xfrm>
            <a:off x="24497200" y="16796114"/>
            <a:ext cx="10058400" cy="1791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4400">
                <a:solidFill>
                  <a:srgbClr val="ED37A4"/>
                </a:solidFill>
                <a:latin typeface="Trebuchet MS"/>
                <a:ea typeface="Trebuchet MS"/>
                <a:cs typeface="Trebuchet MS"/>
                <a:sym typeface="Trebuchet MS"/>
              </a:rPr>
              <a:t>Team member name</a:t>
            </a:r>
            <a:endParaRPr sz="3600"/>
          </a:p>
          <a:p>
            <a:pPr algn="ctr">
              <a:lnSpc>
                <a:spcPct val="90000"/>
              </a:lnSpc>
            </a:pPr>
            <a:r>
              <a:rPr lang="en-US" sz="3600">
                <a:solidFill>
                  <a:srgbClr val="ED37A4"/>
                </a:solidFill>
                <a:latin typeface="Trebuchet MS"/>
                <a:ea typeface="Trebuchet MS"/>
                <a:cs typeface="Trebuchet MS"/>
                <a:sym typeface="Trebuchet MS"/>
              </a:rPr>
              <a:t>Team member role + key experience (keep short)</a:t>
            </a:r>
            <a:endParaRPr sz="3600"/>
          </a:p>
        </p:txBody>
      </p:sp>
      <p:sp>
        <p:nvSpPr>
          <p:cNvPr id="403" name="Google Shape;403;p8"/>
          <p:cNvSpPr txBox="1"/>
          <p:nvPr/>
        </p:nvSpPr>
        <p:spPr>
          <a:xfrm>
            <a:off x="25196551" y="11910086"/>
            <a:ext cx="8573286" cy="627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Headshot here</a:t>
            </a:r>
            <a:endParaRPr sz="32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4" name="Google Shape;404;p8"/>
          <p:cNvSpPr/>
          <p:nvPr/>
        </p:nvSpPr>
        <p:spPr>
          <a:xfrm>
            <a:off x="14087105" y="8024557"/>
            <a:ext cx="8573286" cy="848687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algn="ctr"/>
            <a:endParaRPr sz="3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8"/>
          <p:cNvSpPr txBox="1"/>
          <p:nvPr/>
        </p:nvSpPr>
        <p:spPr>
          <a:xfrm>
            <a:off x="13387754" y="16796114"/>
            <a:ext cx="10058400" cy="1791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4400">
                <a:solidFill>
                  <a:srgbClr val="ED37A4"/>
                </a:solidFill>
                <a:latin typeface="Trebuchet MS"/>
                <a:ea typeface="Trebuchet MS"/>
                <a:cs typeface="Trebuchet MS"/>
                <a:sym typeface="Trebuchet MS"/>
              </a:rPr>
              <a:t>Team member name</a:t>
            </a:r>
            <a:endParaRPr sz="3600"/>
          </a:p>
          <a:p>
            <a:pPr algn="ctr">
              <a:lnSpc>
                <a:spcPct val="90000"/>
              </a:lnSpc>
            </a:pPr>
            <a:r>
              <a:rPr lang="en-US" sz="3600">
                <a:solidFill>
                  <a:srgbClr val="ED37A4"/>
                </a:solidFill>
                <a:latin typeface="Trebuchet MS"/>
                <a:ea typeface="Trebuchet MS"/>
                <a:cs typeface="Trebuchet MS"/>
                <a:sym typeface="Trebuchet MS"/>
              </a:rPr>
              <a:t>Team member role + key experience (keep short)</a:t>
            </a:r>
            <a:endParaRPr sz="3600"/>
          </a:p>
        </p:txBody>
      </p:sp>
      <p:sp>
        <p:nvSpPr>
          <p:cNvPr id="406" name="Google Shape;406;p8"/>
          <p:cNvSpPr txBox="1"/>
          <p:nvPr/>
        </p:nvSpPr>
        <p:spPr>
          <a:xfrm>
            <a:off x="14087105" y="11910086"/>
            <a:ext cx="8573286" cy="627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Headshot here</a:t>
            </a:r>
            <a:endParaRPr sz="32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7" name="Google Shape;407;p8"/>
          <p:cNvSpPr/>
          <p:nvPr/>
        </p:nvSpPr>
        <p:spPr>
          <a:xfrm>
            <a:off x="2719755" y="8024557"/>
            <a:ext cx="8573286" cy="848687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algn="ctr"/>
            <a:endParaRPr sz="3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8"/>
          <p:cNvSpPr txBox="1">
            <a:spLocks noGrp="1"/>
          </p:cNvSpPr>
          <p:nvPr>
            <p:ph type="title"/>
          </p:nvPr>
        </p:nvSpPr>
        <p:spPr>
          <a:xfrm>
            <a:off x="1661160" y="1737363"/>
            <a:ext cx="33253680" cy="196977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82850" tIns="91400" rIns="182850" bIns="91400" rtlCol="0" anchor="b" anchorCtr="0">
            <a:noAutofit/>
          </a:bodyPr>
          <a:lstStyle/>
          <a:p>
            <a:r>
              <a:rPr lang="en-US" dirty="0"/>
              <a:t>Your Team</a:t>
            </a:r>
            <a:endParaRPr dirty="0"/>
          </a:p>
        </p:txBody>
      </p:sp>
      <p:sp>
        <p:nvSpPr>
          <p:cNvPr id="409" name="Google Shape;409;p8"/>
          <p:cNvSpPr txBox="1"/>
          <p:nvPr/>
        </p:nvSpPr>
        <p:spPr>
          <a:xfrm>
            <a:off x="2020404" y="16796114"/>
            <a:ext cx="10058400" cy="1791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4400">
                <a:solidFill>
                  <a:srgbClr val="ED37A4"/>
                </a:solidFill>
                <a:latin typeface="Trebuchet MS"/>
                <a:ea typeface="Trebuchet MS"/>
                <a:cs typeface="Trebuchet MS"/>
                <a:sym typeface="Trebuchet MS"/>
              </a:rPr>
              <a:t>Team member name</a:t>
            </a:r>
            <a:endParaRPr sz="3600"/>
          </a:p>
          <a:p>
            <a:pPr algn="ctr">
              <a:lnSpc>
                <a:spcPct val="90000"/>
              </a:lnSpc>
            </a:pPr>
            <a:r>
              <a:rPr lang="en-US" sz="3600">
                <a:solidFill>
                  <a:srgbClr val="ED37A4"/>
                </a:solidFill>
                <a:latin typeface="Trebuchet MS"/>
                <a:ea typeface="Trebuchet MS"/>
                <a:cs typeface="Trebuchet MS"/>
                <a:sym typeface="Trebuchet MS"/>
              </a:rPr>
              <a:t>Team member role + key experience (keep short)</a:t>
            </a:r>
            <a:endParaRPr sz="3600"/>
          </a:p>
        </p:txBody>
      </p:sp>
      <p:sp>
        <p:nvSpPr>
          <p:cNvPr id="410" name="Google Shape;410;p8"/>
          <p:cNvSpPr txBox="1"/>
          <p:nvPr/>
        </p:nvSpPr>
        <p:spPr>
          <a:xfrm>
            <a:off x="2719755" y="11910086"/>
            <a:ext cx="8573286" cy="627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Headshot here</a:t>
            </a:r>
            <a:endParaRPr sz="320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itle Only">
  <a:themeElements>
    <a:clrScheme name="Custom 15">
      <a:dk1>
        <a:srgbClr val="FFFFFF"/>
      </a:dk1>
      <a:lt1>
        <a:srgbClr val="000000"/>
      </a:lt1>
      <a:dk2>
        <a:srgbClr val="76B900"/>
      </a:dk2>
      <a:lt2>
        <a:srgbClr val="CDCDCD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76B900"/>
      </a:folHlink>
    </a:clrScheme>
    <a:fontScheme name="NVIDIA Sans">
      <a:majorFont>
        <a:latin typeface="NVIDIA Sans Medium"/>
        <a:ea typeface=""/>
        <a:cs typeface=""/>
      </a:majorFont>
      <a:minorFont>
        <a:latin typeface="NVIDIA Sans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lnSpc>
            <a:spcPct val="90000"/>
          </a:lnSpc>
          <a:defRPr sz="4000" dirty="0" err="1">
            <a:solidFill>
              <a:schemeClr val="tx1"/>
            </a:solidFill>
            <a:latin typeface="Trebuchet MS" panose="020B0603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5875">
          <a:solidFill>
            <a:schemeClr val="accent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ctr">
          <a:defRPr sz="4000" dirty="0" err="1" smtClean="0">
            <a:solidFill>
              <a:schemeClr val="bg1"/>
            </a:solidFill>
            <a:latin typeface="Trebuchet MS" panose="020B0603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9" id="{963E2D48-55B9-46B6-B670-AD0E2F5E5EF7}" vid="{2E4076D2-6020-4961-AB7A-2DF0C354AF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65afe6d-7162-4df4-ae98-80745cab72d4" xsi:nil="true"/>
    <PublishingExpirationDate xmlns="http://schemas.microsoft.com/sharepoint/v3" xsi:nil="true"/>
    <PublishingStartDate xmlns="http://schemas.microsoft.com/sharepoint/v3" xsi:nil="true"/>
    <lcf76f155ced4ddcb4097134ff3c332f xmlns="2a5b1eea-32a8-4673-8d38-de3226caeee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45EAE5F8329F47B840B6DEBAC2F43F" ma:contentTypeVersion="14" ma:contentTypeDescription="Create a new document." ma:contentTypeScope="" ma:versionID="22971a07ef26b7d55c75d7e864a8bd41">
  <xsd:schema xmlns:xsd="http://www.w3.org/2001/XMLSchema" xmlns:xs="http://www.w3.org/2001/XMLSchema" xmlns:p="http://schemas.microsoft.com/office/2006/metadata/properties" xmlns:ns1="http://schemas.microsoft.com/sharepoint/v3" xmlns:ns2="2a5b1eea-32a8-4673-8d38-de3226caeee3" xmlns:ns3="f65afe6d-7162-4df4-ae98-80745cab72d4" targetNamespace="http://schemas.microsoft.com/office/2006/metadata/properties" ma:root="true" ma:fieldsID="56935c493d9c838d79811339fb0e4e9c" ns1:_="" ns2:_="" ns3:_="">
    <xsd:import namespace="http://schemas.microsoft.com/sharepoint/v3"/>
    <xsd:import namespace="2a5b1eea-32a8-4673-8d38-de3226caeee3"/>
    <xsd:import namespace="f65afe6d-7162-4df4-ae98-80745cab72d4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5b1eea-32a8-4673-8d38-de3226caee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804b2a00-2846-4002-b30b-85ebaf4c01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5afe6d-7162-4df4-ae98-80745cab72d4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a9d4e2c1-4547-4ca0-9568-b573cd0c84c4}" ma:internalName="TaxCatchAll" ma:showField="CatchAllData" ma:web="f65afe6d-7162-4df4-ae98-80745cab72d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39767D-FBB9-4275-89D5-E3A7CAC6FA7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E32307E-CC09-4719-B5A0-DD7C6B209A80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5efc26ae-2c3b-41e5-ade5-11ef55d8b49a"/>
    <ds:schemaRef ds:uri="http://schemas.openxmlformats.org/package/2006/metadata/core-properties"/>
    <ds:schemaRef ds:uri="12e7c83e-a509-43d3-a2bb-2bd0ff218254"/>
    <ds:schemaRef ds:uri="http://www.w3.org/XML/1998/namespace"/>
    <ds:schemaRef ds:uri="http://purl.org/dc/dcmitype/"/>
    <ds:schemaRef ds:uri="http://purl.org/dc/terms/"/>
    <ds:schemaRef ds:uri="f65afe6d-7162-4df4-ae98-80745cab72d4"/>
    <ds:schemaRef ds:uri="http://schemas.microsoft.com/sharepoint/v3"/>
    <ds:schemaRef ds:uri="2a5b1eea-32a8-4673-8d38-de3226caeee3"/>
  </ds:schemaRefs>
</ds:datastoreItem>
</file>

<file path=customXml/itemProps3.xml><?xml version="1.0" encoding="utf-8"?>
<ds:datastoreItem xmlns:ds="http://schemas.openxmlformats.org/officeDocument/2006/customXml" ds:itemID="{237306E0-698A-4726-B036-23B9278716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a5b1eea-32a8-4673-8d38-de3226caeee3"/>
    <ds:schemaRef ds:uri="f65afe6d-7162-4df4-ae98-80745cab72d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2022_Corp_PPT_Template_LIGHT</Template>
  <TotalTime>9</TotalTime>
  <Words>278</Words>
  <Application>Microsoft Macintosh PowerPoint</Application>
  <PresentationFormat>Custom</PresentationFormat>
  <Paragraphs>59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Arial</vt:lpstr>
      <vt:lpstr>Barlow Medium</vt:lpstr>
      <vt:lpstr>DINPro-Medium</vt:lpstr>
      <vt:lpstr>Noto Sans Symbols</vt:lpstr>
      <vt:lpstr>NVIDIA Sans</vt:lpstr>
      <vt:lpstr>NVIDIA Sans Light</vt:lpstr>
      <vt:lpstr>NVIDIA Sans Medium</vt:lpstr>
      <vt:lpstr>Roboto Mono</vt:lpstr>
      <vt:lpstr>Trebuchet MS</vt:lpstr>
      <vt:lpstr>Title Only</vt:lpstr>
      <vt:lpstr>Inception Capital Connect Summary Deck - Your Company Name Here </vt:lpstr>
      <vt:lpstr>Company Summary</vt:lpstr>
      <vt:lpstr>The Problem</vt:lpstr>
      <vt:lpstr>Your Solution</vt:lpstr>
      <vt:lpstr>What Makes You Unique</vt:lpstr>
      <vt:lpstr>Current Traction</vt:lpstr>
      <vt:lpstr>Funding</vt:lpstr>
      <vt:lpstr>Your Team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Jaclyn Jones</dc:creator>
  <cp:lastModifiedBy>Eleanor Haglund</cp:lastModifiedBy>
  <cp:revision>7</cp:revision>
  <dcterms:created xsi:type="dcterms:W3CDTF">2022-08-10T15:54:13Z</dcterms:created>
  <dcterms:modified xsi:type="dcterms:W3CDTF">2022-10-10T18:10:48Z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0x010100A145EAE5F8329F47B840B6DEBAC2F43F</vt:lpwstr>
  </property>
  <property fmtid="{D5CDD505-2E9C-101B-9397-08002B2CF9AE}" pid="3" name="MediaServiceImageTags">
    <vt:lpwstr/>
  </property>
</Properties>
</file>